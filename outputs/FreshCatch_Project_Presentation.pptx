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6f8cfea26b4582" /><Relationship Type="http://schemas.openxmlformats.org/officeDocument/2006/relationships/extended-properties" Target="/docProps/app.xml" Id="R3324f81dadc14cc3" /><Relationship Type="http://schemas.openxmlformats.org/officeDocument/2006/relationships/officeDocument" Target="/ppt/presentation.xml" Id="R5cc1ff13e56240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2cc9a2d34d436a"/>
  </p:sldMasterIdLst>
  <p:notesMasterIdLst>
    <p:notesMasterId xmlns:r="http://schemas.openxmlformats.org/officeDocument/2006/relationships" r:id="R34991e77652244ad"/>
  </p:notesMasterIdLst>
  <p:sldIdLst>
    <p:sldId xmlns:r="http://schemas.openxmlformats.org/officeDocument/2006/relationships" id="256" r:id="R71bd1166c63b469c"/>
    <p:sldId xmlns:r="http://schemas.openxmlformats.org/officeDocument/2006/relationships" id="257" r:id="Rf78e3e2f193048b0"/>
    <p:sldId xmlns:r="http://schemas.openxmlformats.org/officeDocument/2006/relationships" id="258" r:id="Rce0ed14a629f4299"/>
    <p:sldId xmlns:r="http://schemas.openxmlformats.org/officeDocument/2006/relationships" id="259" r:id="R1de7bcf890ff4b7a"/>
    <p:sldId xmlns:r="http://schemas.openxmlformats.org/officeDocument/2006/relationships" id="260" r:id="R85a640c1b9524c14"/>
    <p:sldId xmlns:r="http://schemas.openxmlformats.org/officeDocument/2006/relationships" id="261" r:id="R67d79cf441a2440d"/>
    <p:sldId xmlns:r="http://schemas.openxmlformats.org/officeDocument/2006/relationships" id="262" r:id="Re5e482514bba440b"/>
    <p:sldId xmlns:r="http://schemas.openxmlformats.org/officeDocument/2006/relationships" id="263" r:id="R38a442161629415e"/>
    <p:sldId xmlns:r="http://schemas.openxmlformats.org/officeDocument/2006/relationships" id="264" r:id="Rcfdd7cfa63c54e58"/>
    <p:sldId xmlns:r="http://schemas.openxmlformats.org/officeDocument/2006/relationships" id="265" r:id="Ra745b8bf67194914"/>
    <p:sldId xmlns:r="http://schemas.openxmlformats.org/officeDocument/2006/relationships" id="266" r:id="Rf66beae501df4173"/>
    <p:sldId xmlns:r="http://schemas.openxmlformats.org/officeDocument/2006/relationships" id="267" r:id="Raad01dd11cb445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3e758a5c6e49ba" /><Relationship Type="http://schemas.openxmlformats.org/officeDocument/2006/relationships/slideMaster" Target="/ppt/slideMasters/slideMaster1.xml" Id="R632cc9a2d34d436a" /><Relationship Type="http://schemas.openxmlformats.org/officeDocument/2006/relationships/notesMaster" Target="/ppt/notesMasters/notesMaster1.xml" Id="R34991e77652244ad" /><Relationship Type="http://schemas.openxmlformats.org/officeDocument/2006/relationships/presProps" Target="/ppt/presProps.xml" Id="Rf399eb25134e4719" /><Relationship Type="http://schemas.openxmlformats.org/officeDocument/2006/relationships/tableStyles" Target="/ppt/tableStyles.xml" Id="R123d2d83da7d464b" /><Relationship Type="http://schemas.openxmlformats.org/officeDocument/2006/relationships/slide" Target="/ppt/slides/slide1.xml" Id="R71bd1166c63b469c" /><Relationship Type="http://schemas.openxmlformats.org/officeDocument/2006/relationships/slide" Target="/ppt/slides/slide2.xml" Id="Rf78e3e2f193048b0" /><Relationship Type="http://schemas.openxmlformats.org/officeDocument/2006/relationships/slide" Target="/ppt/slides/slide3.xml" Id="Rce0ed14a629f4299" /><Relationship Type="http://schemas.openxmlformats.org/officeDocument/2006/relationships/slide" Target="/ppt/slides/slide4.xml" Id="R1de7bcf890ff4b7a" /><Relationship Type="http://schemas.openxmlformats.org/officeDocument/2006/relationships/slide" Target="/ppt/slides/slide5.xml" Id="R85a640c1b9524c14" /><Relationship Type="http://schemas.openxmlformats.org/officeDocument/2006/relationships/slide" Target="/ppt/slides/slide6.xml" Id="R67d79cf441a2440d" /><Relationship Type="http://schemas.openxmlformats.org/officeDocument/2006/relationships/slide" Target="/ppt/slides/slide7.xml" Id="Re5e482514bba440b" /><Relationship Type="http://schemas.openxmlformats.org/officeDocument/2006/relationships/slide" Target="/ppt/slides/slide8.xml" Id="R38a442161629415e" /><Relationship Type="http://schemas.openxmlformats.org/officeDocument/2006/relationships/slide" Target="/ppt/slides/slide9.xml" Id="Rcfdd7cfa63c54e58" /><Relationship Type="http://schemas.openxmlformats.org/officeDocument/2006/relationships/slide" Target="/ppt/slides/slide10.xml" Id="Ra745b8bf67194914" /><Relationship Type="http://schemas.openxmlformats.org/officeDocument/2006/relationships/slide" Target="/ppt/slides/slide11.xml" Id="Rf66beae501df4173" /><Relationship Type="http://schemas.openxmlformats.org/officeDocument/2006/relationships/slide" Target="/ppt/slides/slide12.xml" Id="Raad01dd11cb445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4751e5833747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27117184e94cb7" /><Relationship Type="http://schemas.openxmlformats.org/officeDocument/2006/relationships/notesMaster" Target="/ppt/notesMasters/notesMaster1.xml" Id="Ra6fc32d9436647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7ac7ecc0f94f9d" /><Relationship Type="http://schemas.openxmlformats.org/officeDocument/2006/relationships/notesMaster" Target="/ppt/notesMasters/notesMaster1.xml" Id="R3ea8c4643f5941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c6f18b185d4fe8" /><Relationship Type="http://schemas.openxmlformats.org/officeDocument/2006/relationships/notesMaster" Target="/ppt/notesMasters/notesMaster1.xml" Id="Rf321c77e240640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2121c273994ac5" /><Relationship Type="http://schemas.openxmlformats.org/officeDocument/2006/relationships/notesMaster" Target="/ppt/notesMasters/notesMaster1.xml" Id="R427860275cf84e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995bd384f04403" /><Relationship Type="http://schemas.openxmlformats.org/officeDocument/2006/relationships/notesMaster" Target="/ppt/notesMasters/notesMaster1.xml" Id="Rb99a6b1eeef64d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80a62b572f4dab" /><Relationship Type="http://schemas.openxmlformats.org/officeDocument/2006/relationships/notesMaster" Target="/ppt/notesMasters/notesMaster1.xml" Id="Rc31cecfcc2464f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8e0f68cc6f464e" /><Relationship Type="http://schemas.openxmlformats.org/officeDocument/2006/relationships/notesMaster" Target="/ppt/notesMasters/notesMaster1.xml" Id="R123722b3bfe44c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4c8d90c40d48aa" /><Relationship Type="http://schemas.openxmlformats.org/officeDocument/2006/relationships/notesMaster" Target="/ppt/notesMasters/notesMaster1.xml" Id="R2abfb139fc6d4b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3461b84828409c" /><Relationship Type="http://schemas.openxmlformats.org/officeDocument/2006/relationships/notesMaster" Target="/ppt/notesMasters/notesMaster1.xml" Id="R664133c413884a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5af682e25445f9" /><Relationship Type="http://schemas.openxmlformats.org/officeDocument/2006/relationships/notesMaster" Target="/ppt/notesMasters/notesMaster1.xml" Id="R68a936de28134a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ba5199b3294d1e" /><Relationship Type="http://schemas.openxmlformats.org/officeDocument/2006/relationships/notesMaster" Target="/ppt/notesMasters/notesMaster1.xml" Id="R404d51ab4cc34c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66d3dd4c0b415d" /><Relationship Type="http://schemas.openxmlformats.org/officeDocument/2006/relationships/notesMaster" Target="/ppt/notesMasters/notesMaster1.xml" Id="Rdd20871c3d1a4e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problem: buyers need fresh fish and sellers need a simple online channel. Explain that FreshCatch is designed as a small marketplace, not just a CRUD 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scope clearly: local sellers, fresh fish stock, buyer ordering, seller fulfillment, and marketplace administration.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PHP session stores the signed-in user role and every protected page calls require_role.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no framework, Node.js, React, or external payment gateway is required. PHP renders pages and MySQL stores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separation: public page files handle a workflow, includes keep common logic in one place, and database.php gives a single PDO connection.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primary keys, foreign keys, unique constraints, indexes, and the parent order plus seller order model for multi-seller carts.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this slowly. Explain that the final stock check is server-side, even if the cart already checked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this explicitly: UPI is a simulated payment feature. It does not integrate a bank, QR payment provider, or transaction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seller ownership checks in SQL: products use WHERE id=? AND seller_id=?, and seller orders use WHERE seller_id=?.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admin pages: users, sellers, categories, products, all orders, reports, and dashboard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asked how you tested, explain manual functional testing for each role plus PHP syntax checks. Do not claim payment or live server tests beyond what you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inviting questions. Be ready to explain schema relationships, password hashing, prepared statements, and why order_items store historical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e590434114c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e07e5b4af47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a2e167d054f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e8b7a9b4243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bd49badf240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f50da6b684d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EE45C5-0918-4D08-A2A1-53061EEA2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6182F1-4F0C-422B-80D4-A0D52644D3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A3E330-A88F-48F9-9EBE-86290000DD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558FC1-01BD-4F07-A387-25E58BACF2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C5B0E1-20B9-4DC0-BB01-99A4701C0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45B587-6806-4D68-A42C-6B6827E36C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84AB6F-189A-4D8A-BDA5-C9DED55756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8F04B7-F6EF-4DE2-8C6C-005F5EB02F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C807D3-5549-488A-92FD-07EED3D71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51EA10-BE5C-487E-B697-B4DBF99AA9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2bce7daf304f5d" /><Relationship Type="http://schemas.openxmlformats.org/officeDocument/2006/relationships/slideLayout" Target="/ppt/slideLayouts/slideLayout1.xml" Id="R8f567b06db194762" /><Relationship Type="http://schemas.openxmlformats.org/officeDocument/2006/relationships/slideLayout" Target="/ppt/slideLayouts/slideLayout2.xml" Id="R45c1e3ce83be4c1d" /><Relationship Type="http://schemas.openxmlformats.org/officeDocument/2006/relationships/slideLayout" Target="/ppt/slideLayouts/slideLayout3.xml" Id="R60103780d55b4af5" /><Relationship Type="http://schemas.openxmlformats.org/officeDocument/2006/relationships/slideLayout" Target="/ppt/slideLayouts/slideLayout4.xml" Id="R0f2747231e3f4de5" /><Relationship Type="http://schemas.openxmlformats.org/officeDocument/2006/relationships/slideLayout" Target="/ppt/slideLayouts/slideLayout5.xml" Id="R67d84b086f2047e9" /><Relationship Type="http://schemas.openxmlformats.org/officeDocument/2006/relationships/slideLayout" Target="/ppt/slideLayouts/slideLayout6.xml" Id="R410434c22d2b40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567b06db194762"/>
    <p:sldLayoutId xmlns:r="http://schemas.openxmlformats.org/officeDocument/2006/relationships" id="2147483650" r:id="R45c1e3ce83be4c1d"/>
    <p:sldLayoutId xmlns:r="http://schemas.openxmlformats.org/officeDocument/2006/relationships" id="2147483651" r:id="R60103780d55b4af5"/>
    <p:sldLayoutId xmlns:r="http://schemas.openxmlformats.org/officeDocument/2006/relationships" id="2147483652" r:id="R0f2747231e3f4de5"/>
    <p:sldLayoutId xmlns:r="http://schemas.openxmlformats.org/officeDocument/2006/relationships" id="2147483653" r:id="R67d84b086f2047e9"/>
    <p:sldLayoutId xmlns:r="http://schemas.openxmlformats.org/officeDocument/2006/relationships" id="2147483654" r:id="R410434c22d2b40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23f3332dd49db" /><Relationship Type="http://schemas.openxmlformats.org/officeDocument/2006/relationships/notesSlide" Target="/ppt/notesSlides/notesSlide1.xml" Id="R8b782820078747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00d1aff1a9434a" /><Relationship Type="http://schemas.openxmlformats.org/officeDocument/2006/relationships/notesSlide" Target="/ppt/notesSlides/notesSlide2.xml" Id="R8f3380ab2b5f4d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f7780226034a34" /><Relationship Type="http://schemas.openxmlformats.org/officeDocument/2006/relationships/notesSlide" Target="/ppt/notesSlides/notesSlide3.xml" Id="Rdfb7646d489144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fd7b0e7e145ed" /><Relationship Type="http://schemas.openxmlformats.org/officeDocument/2006/relationships/notesSlide" Target="/ppt/notesSlides/notesSlide4.xml" Id="R2b5f2cda416f4c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7a45afd5143b0" /><Relationship Type="http://schemas.openxmlformats.org/officeDocument/2006/relationships/notesSlide" Target="/ppt/notesSlides/notesSlide5.xml" Id="Rd2329b9fc1ee4f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241b3a6374ea3" /><Relationship Type="http://schemas.openxmlformats.org/officeDocument/2006/relationships/notesSlide" Target="/ppt/notesSlides/notesSlide6.xml" Id="R40a7eedd84e146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b9c294ab314bfb" /><Relationship Type="http://schemas.openxmlformats.org/officeDocument/2006/relationships/notesSlide" Target="/ppt/notesSlides/notesSlide7.xml" Id="Rad19f975c7a442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58d40884546bf" /><Relationship Type="http://schemas.openxmlformats.org/officeDocument/2006/relationships/notesSlide" Target="/ppt/notesSlides/notesSlide8.xml" Id="R99d56fa4035941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7c980e681c4623" /><Relationship Type="http://schemas.openxmlformats.org/officeDocument/2006/relationships/notesSlide" Target="/ppt/notesSlides/notesSlide9.xml" Id="R60842423aaa74e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a51f5a5ced4e7a" /><Relationship Type="http://schemas.openxmlformats.org/officeDocument/2006/relationships/notesSlide" Target="/ppt/notesSlides/notesSlide10.xml" Id="Rab5ed8ba346440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9052f1bcb4f09" /><Relationship Type="http://schemas.openxmlformats.org/officeDocument/2006/relationships/notesSlide" Target="/ppt/notesSlides/notesSlide11.xml" Id="R7b738ea3398342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f2910d5b54571" /><Relationship Type="http://schemas.openxmlformats.org/officeDocument/2006/relationships/notesSlide" Target="/ppt/notesSlides/notesSlide12.xml" Id="Rabae81d223954a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DF9FC-CE04-4455-8B33-0425A463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102A35"/>
                </a:solidFill>
              </a:defRPr>
            </a:defPPr>
            <a:lvl1pPr>
              <a:defRPr sz="4050" b="1">
                <a:solidFill>
                  <a:srgbClr val="102A35"/>
                </a:solidFill>
              </a:defRPr>
            </a:lvl1pPr>
            <a:lvl2pPr>
              <a:defRPr sz="4050" b="1">
                <a:solidFill>
                  <a:srgbClr val="102A35"/>
                </a:solidFill>
              </a:defRPr>
            </a:lvl2pPr>
            <a:lvl3pPr>
              <a:defRPr sz="4050" b="1">
                <a:solidFill>
                  <a:srgbClr val="102A35"/>
                </a:solidFill>
              </a:defRPr>
            </a:lvl3pPr>
            <a:lvl4pPr>
              <a:defRPr sz="4050" b="1">
                <a:solidFill>
                  <a:srgbClr val="102A35"/>
                </a:solidFill>
              </a:defRPr>
            </a:lvl4pPr>
            <a:lvl5pPr>
              <a:defRPr sz="4050" b="1">
                <a:solidFill>
                  <a:srgbClr val="102A35"/>
                </a:solidFill>
              </a:defRPr>
            </a:lvl5pPr>
            <a:lvl6pPr>
              <a:defRPr sz="4050" b="1">
                <a:solidFill>
                  <a:srgbClr val="102A35"/>
                </a:solidFill>
              </a:defRPr>
            </a:lvl6pPr>
            <a:lvl7pPr>
              <a:defRPr sz="4050" b="1">
                <a:solidFill>
                  <a:srgbClr val="102A35"/>
                </a:solidFill>
              </a:defRPr>
            </a:lvl7pPr>
            <a:lvl8pPr>
              <a:defRPr sz="4050" b="1">
                <a:solidFill>
                  <a:srgbClr val="102A35"/>
                </a:solidFill>
              </a:defRPr>
            </a:lvl8pPr>
            <a:lvl9pPr>
              <a:defRPr sz="40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02A35"/>
                </a:solidFill>
              </a:defRPr>
            </a:pPr>
            <a:r>
              <a:rPr sz="4050" b="1">
                <a:solidFill>
                  <a:srgbClr val="102A35"/>
                </a:solidFill>
              </a:rPr>
              <a:t>FreshCatch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529B4-116D-4729-990F-3AA8E27A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007C8B"/>
                </a:solidFill>
              </a:defRPr>
            </a:defPPr>
            <a:lvl1pPr>
              <a:defRPr sz="2325" b="1">
                <a:solidFill>
                  <a:srgbClr val="007C8B"/>
                </a:solidFill>
              </a:defRPr>
            </a:lvl1pPr>
            <a:lvl2pPr>
              <a:defRPr sz="2325" b="1">
                <a:solidFill>
                  <a:srgbClr val="007C8B"/>
                </a:solidFill>
              </a:defRPr>
            </a:lvl2pPr>
            <a:lvl3pPr>
              <a:defRPr sz="2325" b="1">
                <a:solidFill>
                  <a:srgbClr val="007C8B"/>
                </a:solidFill>
              </a:defRPr>
            </a:lvl3pPr>
            <a:lvl4pPr>
              <a:defRPr sz="2325" b="1">
                <a:solidFill>
                  <a:srgbClr val="007C8B"/>
                </a:solidFill>
              </a:defRPr>
            </a:lvl4pPr>
            <a:lvl5pPr>
              <a:defRPr sz="2325" b="1">
                <a:solidFill>
                  <a:srgbClr val="007C8B"/>
                </a:solidFill>
              </a:defRPr>
            </a:lvl5pPr>
            <a:lvl6pPr>
              <a:defRPr sz="2325" b="1">
                <a:solidFill>
                  <a:srgbClr val="007C8B"/>
                </a:solidFill>
              </a:defRPr>
            </a:lvl6pPr>
            <a:lvl7pPr>
              <a:defRPr sz="2325" b="1">
                <a:solidFill>
                  <a:srgbClr val="007C8B"/>
                </a:solidFill>
              </a:defRPr>
            </a:lvl7pPr>
            <a:lvl8pPr>
              <a:defRPr sz="2325" b="1">
                <a:solidFill>
                  <a:srgbClr val="007C8B"/>
                </a:solidFill>
              </a:defRPr>
            </a:lvl8pPr>
            <a:lvl9pPr>
              <a:defRPr sz="23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7C8B"/>
                </a:solidFill>
              </a:defRPr>
            </a:pPr>
            <a:r>
              <a:rPr sz="2325" b="1">
                <a:solidFill>
                  <a:srgbClr val="007C8B"/>
                </a:solidFill>
              </a:rPr>
              <a:t>Online Fish Marketplace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526D2-A699-4DBB-AE9D-A324E641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617581"/>
                </a:solidFill>
              </a:defRPr>
            </a:defPPr>
            <a:lvl1pPr>
              <a:defRPr sz="1575" b="0">
                <a:solidFill>
                  <a:srgbClr val="617581"/>
                </a:solidFill>
              </a:defRPr>
            </a:lvl1pPr>
            <a:lvl2pPr>
              <a:defRPr sz="1575" b="0">
                <a:solidFill>
                  <a:srgbClr val="617581"/>
                </a:solidFill>
              </a:defRPr>
            </a:lvl2pPr>
            <a:lvl3pPr>
              <a:defRPr sz="1575" b="0">
                <a:solidFill>
                  <a:srgbClr val="617581"/>
                </a:solidFill>
              </a:defRPr>
            </a:lvl3pPr>
            <a:lvl4pPr>
              <a:defRPr sz="1575" b="0">
                <a:solidFill>
                  <a:srgbClr val="617581"/>
                </a:solidFill>
              </a:defRPr>
            </a:lvl4pPr>
            <a:lvl5pPr>
              <a:defRPr sz="1575" b="0">
                <a:solidFill>
                  <a:srgbClr val="617581"/>
                </a:solidFill>
              </a:defRPr>
            </a:lvl5pPr>
            <a:lvl6pPr>
              <a:defRPr sz="1575" b="0">
                <a:solidFill>
                  <a:srgbClr val="617581"/>
                </a:solidFill>
              </a:defRPr>
            </a:lvl6pPr>
            <a:lvl7pPr>
              <a:defRPr sz="1575" b="0">
                <a:solidFill>
                  <a:srgbClr val="617581"/>
                </a:solidFill>
              </a:defRPr>
            </a:lvl7pPr>
            <a:lvl8pPr>
              <a:defRPr sz="1575" b="0">
                <a:solidFill>
                  <a:srgbClr val="617581"/>
                </a:solidFill>
              </a:defRPr>
            </a:lvl8pPr>
            <a:lvl9pPr>
              <a:defRPr sz="157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581"/>
                </a:solidFill>
              </a:defRPr>
            </a:pPr>
            <a:r>
              <a:rPr sz="1575" b="0">
                <a:solidFill>
                  <a:srgbClr val="617581"/>
                </a:solidFill>
              </a:rPr>
              <a:t>A PHP and MySQL web application that connects local fish sellers with buyers for browsing, ordering, and managing fresh seafood listings.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C9355-9446-4312-9ABA-04B3BC3B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A35"/>
          </a:solidFill>
          <a:ln xmlns:a="http://schemas.openxmlformats.org/drawingml/2006/main" w="9525">
            <a:solidFill>
              <a:srgbClr val="102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C5CA7-261A-43B9-A832-AF1EEFD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College Micro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14CFC-E38F-4C6A-8539-3655762D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47750"/>
            <a:ext cx="4000500" cy="3714750"/>
          </a:xfrm>
          <a:prstGeom xmlns:a="http://schemas.openxmlformats.org/drawingml/2006/main" prst="roundRect">
            <a:avLst>
              <a:gd name="adj" fmla="val 7179"/>
            </a:avLst>
          </a:prstGeom>
          <a:solidFill xmlns:a="http://schemas.openxmlformats.org/drawingml/2006/main">
            <a:srgbClr val="102A35"/>
          </a:solidFill>
          <a:ln xmlns:a="http://schemas.openxmlformats.org/drawingml/2006/main" w="9525">
            <a:solidFill>
              <a:srgbClr val="102A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11BA9-2B2C-49FD-94C0-D9B5FEF1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09750"/>
            <a:ext cx="295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FRESH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LOCAL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DAILY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FF201-402E-486B-90E7-E06BF5F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BFEAE8"/>
                </a:solidFill>
              </a:defRPr>
            </a:defPPr>
            <a:lvl1pPr>
              <a:defRPr sz="1275" b="0">
                <a:solidFill>
                  <a:srgbClr val="BFEAE8"/>
                </a:solidFill>
              </a:defRPr>
            </a:lvl1pPr>
            <a:lvl2pPr>
              <a:defRPr sz="1275" b="0">
                <a:solidFill>
                  <a:srgbClr val="BFEAE8"/>
                </a:solidFill>
              </a:defRPr>
            </a:lvl2pPr>
            <a:lvl3pPr>
              <a:defRPr sz="1275" b="0">
                <a:solidFill>
                  <a:srgbClr val="BFEAE8"/>
                </a:solidFill>
              </a:defRPr>
            </a:lvl3pPr>
            <a:lvl4pPr>
              <a:defRPr sz="1275" b="0">
                <a:solidFill>
                  <a:srgbClr val="BFEAE8"/>
                </a:solidFill>
              </a:defRPr>
            </a:lvl4pPr>
            <a:lvl5pPr>
              <a:defRPr sz="1275" b="0">
                <a:solidFill>
                  <a:srgbClr val="BFEAE8"/>
                </a:solidFill>
              </a:defRPr>
            </a:lvl5pPr>
            <a:lvl6pPr>
              <a:defRPr sz="1275" b="0">
                <a:solidFill>
                  <a:srgbClr val="BFEAE8"/>
                </a:solidFill>
              </a:defRPr>
            </a:lvl6pPr>
            <a:lvl7pPr>
              <a:defRPr sz="1275" b="0">
                <a:solidFill>
                  <a:srgbClr val="BFEAE8"/>
                </a:solidFill>
              </a:defRPr>
            </a:lvl7pPr>
            <a:lvl8pPr>
              <a:defRPr sz="1275" b="0">
                <a:solidFill>
                  <a:srgbClr val="BFEAE8"/>
                </a:solidFill>
              </a:defRPr>
            </a:lvl8pPr>
            <a:lvl9pPr>
              <a:defRPr sz="1275" b="0">
                <a:solidFill>
                  <a:srgbClr val="BFEAE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EAE8"/>
                </a:solidFill>
              </a:defRPr>
            </a:pPr>
            <a:r>
              <a:rPr sz="1275" b="0">
                <a:solidFill>
                  <a:srgbClr val="BFEAE8"/>
                </a:solidFill>
              </a:rPr>
              <a:t>A simpler way to buy and manage fresh seafood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ADC36-B435-4DC7-AA39-73203D1D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Presented by: [Your Name]</a:t>
            </a:r>
          </a:p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Department: [Your Department]</a:t>
            </a:r>
          </a:p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Academic year: 2026</a:t>
            </a:r>
          </a:p>
        </p:txBody>
      </p:sp>
    </p:spTree>
    <p:extLst>
      <p:ext uri="{BB962C8B-B14F-4D97-AF65-F5344CB8AC3E}">
        <p14:creationId xmlns:p14="http://schemas.microsoft.com/office/powerpoint/2010/main" val="229052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C2089-BBBF-4082-91D6-2C76AFE7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Project Problem and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905AB-955A-4837-95FA-55144C3B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Why an online fish marketplace is useful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B7E4F-4832-4F63-9413-6C722577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E3507-5536-4553-B5C5-1FECB8B7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2634C"/>
                </a:solidFill>
              </a:defRPr>
            </a:defPPr>
            <a:lvl1pPr>
              <a:defRPr sz="1800" b="1">
                <a:solidFill>
                  <a:srgbClr val="F2634C"/>
                </a:solidFill>
              </a:defRPr>
            </a:lvl1pPr>
            <a:lvl2pPr>
              <a:defRPr sz="1800" b="1">
                <a:solidFill>
                  <a:srgbClr val="F2634C"/>
                </a:solidFill>
              </a:defRPr>
            </a:lvl2pPr>
            <a:lvl3pPr>
              <a:defRPr sz="1800" b="1">
                <a:solidFill>
                  <a:srgbClr val="F2634C"/>
                </a:solidFill>
              </a:defRPr>
            </a:lvl3pPr>
            <a:lvl4pPr>
              <a:defRPr sz="1800" b="1">
                <a:solidFill>
                  <a:srgbClr val="F2634C"/>
                </a:solidFill>
              </a:defRPr>
            </a:lvl4pPr>
            <a:lvl5pPr>
              <a:defRPr sz="1800" b="1">
                <a:solidFill>
                  <a:srgbClr val="F2634C"/>
                </a:solidFill>
              </a:defRPr>
            </a:lvl5pPr>
            <a:lvl6pPr>
              <a:defRPr sz="1800" b="1">
                <a:solidFill>
                  <a:srgbClr val="F2634C"/>
                </a:solidFill>
              </a:defRPr>
            </a:lvl6pPr>
            <a:lvl7pPr>
              <a:defRPr sz="1800" b="1">
                <a:solidFill>
                  <a:srgbClr val="F2634C"/>
                </a:solidFill>
              </a:defRPr>
            </a:lvl7pPr>
            <a:lvl8pPr>
              <a:defRPr sz="1800" b="1">
                <a:solidFill>
                  <a:srgbClr val="F2634C"/>
                </a:solidFill>
              </a:defRPr>
            </a:lvl8pPr>
            <a:lvl9pPr>
              <a:defRPr sz="18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2634C"/>
                </a:solidFill>
              </a:defRPr>
            </a:pPr>
            <a:r>
              <a:rPr sz="1800" b="1">
                <a:solidFill>
                  <a:srgbClr val="F2634C"/>
                </a:solidFill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02EAC-F655-4C8F-A92A-870D511C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2FA9C-971E-4C89-9C0C-A265AC20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Local fish sellers often depend on walk-in customers or phone calls.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D3AA0-502F-4F4B-B3F5-C95F5348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70946-9D95-45AB-AA67-37F1D79F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Buyers cannot easily compare availability, price, and seller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36DC6-1620-4CE4-93E0-AC8288C5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4CB68-0DCB-4DD9-BE37-E5B67297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Fresh stock changes daily, so sellers need direct control over listings.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794EC-CFEE-4DAF-83D1-2C8BE320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005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E3921-1B6A-4B5C-ADAA-D0EA09C8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43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007C8B"/>
                </a:solidFill>
              </a:defRPr>
            </a:defPPr>
            <a:lvl1pPr>
              <a:defRPr sz="2025" b="1">
                <a:solidFill>
                  <a:srgbClr val="007C8B"/>
                </a:solidFill>
              </a:defRPr>
            </a:lvl1pPr>
            <a:lvl2pPr>
              <a:defRPr sz="2025" b="1">
                <a:solidFill>
                  <a:srgbClr val="007C8B"/>
                </a:solidFill>
              </a:defRPr>
            </a:lvl2pPr>
            <a:lvl3pPr>
              <a:defRPr sz="2025" b="1">
                <a:solidFill>
                  <a:srgbClr val="007C8B"/>
                </a:solidFill>
              </a:defRPr>
            </a:lvl3pPr>
            <a:lvl4pPr>
              <a:defRPr sz="2025" b="1">
                <a:solidFill>
                  <a:srgbClr val="007C8B"/>
                </a:solidFill>
              </a:defRPr>
            </a:lvl4pPr>
            <a:lvl5pPr>
              <a:defRPr sz="2025" b="1">
                <a:solidFill>
                  <a:srgbClr val="007C8B"/>
                </a:solidFill>
              </a:defRPr>
            </a:lvl5pPr>
            <a:lvl6pPr>
              <a:defRPr sz="2025" b="1">
                <a:solidFill>
                  <a:srgbClr val="007C8B"/>
                </a:solidFill>
              </a:defRPr>
            </a:lvl6pPr>
            <a:lvl7pPr>
              <a:defRPr sz="2025" b="1">
                <a:solidFill>
                  <a:srgbClr val="007C8B"/>
                </a:solidFill>
              </a:defRPr>
            </a:lvl7pPr>
            <a:lvl8pPr>
              <a:defRPr sz="2025" b="1">
                <a:solidFill>
                  <a:srgbClr val="007C8B"/>
                </a:solidFill>
              </a:defRPr>
            </a:lvl8pPr>
            <a:lvl9pPr>
              <a:defRPr sz="20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B"/>
                </a:solidFill>
              </a:defRPr>
            </a:pPr>
            <a:r>
              <a:rPr sz="2025" b="1">
                <a:solidFill>
                  <a:srgbClr val="007C8B"/>
                </a:solidFill>
              </a:rPr>
              <a:t>Fresh stock changes every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120E7-CC89-4DD4-83B0-73B68B5C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67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The marketplace keeps product price, quantity, availability, and seller details in one place.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1F332-240B-4CED-A15A-8FF1C5CE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07C8B"/>
                </a:solidFill>
              </a:defRPr>
            </a:defPPr>
            <a:lvl1pPr>
              <a:defRPr sz="1800" b="1">
                <a:solidFill>
                  <a:srgbClr val="007C8B"/>
                </a:solidFill>
              </a:defRPr>
            </a:lvl1pPr>
            <a:lvl2pPr>
              <a:defRPr sz="1800" b="1">
                <a:solidFill>
                  <a:srgbClr val="007C8B"/>
                </a:solidFill>
              </a:defRPr>
            </a:lvl2pPr>
            <a:lvl3pPr>
              <a:defRPr sz="1800" b="1">
                <a:solidFill>
                  <a:srgbClr val="007C8B"/>
                </a:solidFill>
              </a:defRPr>
            </a:lvl3pPr>
            <a:lvl4pPr>
              <a:defRPr sz="1800" b="1">
                <a:solidFill>
                  <a:srgbClr val="007C8B"/>
                </a:solidFill>
              </a:defRPr>
            </a:lvl4pPr>
            <a:lvl5pPr>
              <a:defRPr sz="1800" b="1">
                <a:solidFill>
                  <a:srgbClr val="007C8B"/>
                </a:solidFill>
              </a:defRPr>
            </a:lvl5pPr>
            <a:lvl6pPr>
              <a:defRPr sz="1800" b="1">
                <a:solidFill>
                  <a:srgbClr val="007C8B"/>
                </a:solidFill>
              </a:defRPr>
            </a:lvl6pPr>
            <a:lvl7pPr>
              <a:defRPr sz="1800" b="1">
                <a:solidFill>
                  <a:srgbClr val="007C8B"/>
                </a:solidFill>
              </a:defRPr>
            </a:lvl7pPr>
            <a:lvl8pPr>
              <a:defRPr sz="1800" b="1">
                <a:solidFill>
                  <a:srgbClr val="007C8B"/>
                </a:solidFill>
              </a:defRPr>
            </a:lvl8pPr>
            <a:lvl9pPr>
              <a:defRPr sz="18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8B"/>
                </a:solidFill>
              </a:defRPr>
            </a:pPr>
            <a:r>
              <a:rPr sz="1800" b="1">
                <a:solidFill>
                  <a:srgbClr val="007C8B"/>
                </a:solidFill>
              </a:rPr>
              <a:t>Objective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FDB30-59D8-4B29-A5C4-74C56781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02A35"/>
                </a:solidFill>
              </a:defRPr>
            </a:defPPr>
            <a:lvl1pPr>
              <a:defRPr sz="1425" b="0">
                <a:solidFill>
                  <a:srgbClr val="102A35"/>
                </a:solidFill>
              </a:defRPr>
            </a:lvl1pPr>
            <a:lvl2pPr>
              <a:defRPr sz="1425" b="0">
                <a:solidFill>
                  <a:srgbClr val="102A35"/>
                </a:solidFill>
              </a:defRPr>
            </a:lvl2pPr>
            <a:lvl3pPr>
              <a:defRPr sz="1425" b="0">
                <a:solidFill>
                  <a:srgbClr val="102A35"/>
                </a:solidFill>
              </a:defRPr>
            </a:lvl3pPr>
            <a:lvl4pPr>
              <a:defRPr sz="1425" b="0">
                <a:solidFill>
                  <a:srgbClr val="102A35"/>
                </a:solidFill>
              </a:defRPr>
            </a:lvl4pPr>
            <a:lvl5pPr>
              <a:defRPr sz="1425" b="0">
                <a:solidFill>
                  <a:srgbClr val="102A35"/>
                </a:solidFill>
              </a:defRPr>
            </a:lvl5pPr>
            <a:lvl6pPr>
              <a:defRPr sz="1425" b="0">
                <a:solidFill>
                  <a:srgbClr val="102A35"/>
                </a:solidFill>
              </a:defRPr>
            </a:lvl6pPr>
            <a:lvl7pPr>
              <a:defRPr sz="1425" b="0">
                <a:solidFill>
                  <a:srgbClr val="102A35"/>
                </a:solidFill>
              </a:defRPr>
            </a:lvl7pPr>
            <a:lvl8pPr>
              <a:defRPr sz="1425" b="0">
                <a:solidFill>
                  <a:srgbClr val="102A35"/>
                </a:solidFill>
              </a:defRPr>
            </a:lvl8pPr>
            <a:lvl9pPr>
              <a:defRPr sz="14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35"/>
                </a:solidFill>
              </a:defRPr>
            </a:pPr>
            <a:r>
              <a:rPr sz="1425" b="0">
                <a:solidFill>
                  <a:srgbClr val="102A35"/>
                </a:solidFill>
              </a:rPr>
              <a:t>FreshCatch gives sellers a managed shop and gives buyers a clear flow for discovery, cart, checkout, payment simulation, and order tracking.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DF876-7281-4A97-B06E-F63D8788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CA987-0F4A-4C99-9F67-7404E8D1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7457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03009-96BC-4A66-9484-09361F06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User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13CED-F5AA-45CA-A553-AC34C16B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Each role has a protected set of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E582A-D40E-44B7-97D3-54733381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1F09D-0BE9-4F23-93CF-50AD0DD1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190875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6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DC959-29DE-4829-ACA3-CF909D82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007C8B"/>
                </a:solidFill>
              </a:defRPr>
            </a:defPPr>
            <a:lvl1pPr>
              <a:defRPr sz="2025" b="1">
                <a:solidFill>
                  <a:srgbClr val="007C8B"/>
                </a:solidFill>
              </a:defRPr>
            </a:lvl1pPr>
            <a:lvl2pPr>
              <a:defRPr sz="2025" b="1">
                <a:solidFill>
                  <a:srgbClr val="007C8B"/>
                </a:solidFill>
              </a:defRPr>
            </a:lvl2pPr>
            <a:lvl3pPr>
              <a:defRPr sz="2025" b="1">
                <a:solidFill>
                  <a:srgbClr val="007C8B"/>
                </a:solidFill>
              </a:defRPr>
            </a:lvl3pPr>
            <a:lvl4pPr>
              <a:defRPr sz="2025" b="1">
                <a:solidFill>
                  <a:srgbClr val="007C8B"/>
                </a:solidFill>
              </a:defRPr>
            </a:lvl4pPr>
            <a:lvl5pPr>
              <a:defRPr sz="2025" b="1">
                <a:solidFill>
                  <a:srgbClr val="007C8B"/>
                </a:solidFill>
              </a:defRPr>
            </a:lvl5pPr>
            <a:lvl6pPr>
              <a:defRPr sz="2025" b="1">
                <a:solidFill>
                  <a:srgbClr val="007C8B"/>
                </a:solidFill>
              </a:defRPr>
            </a:lvl6pPr>
            <a:lvl7pPr>
              <a:defRPr sz="2025" b="1">
                <a:solidFill>
                  <a:srgbClr val="007C8B"/>
                </a:solidFill>
              </a:defRPr>
            </a:lvl7pPr>
            <a:lvl8pPr>
              <a:defRPr sz="2025" b="1">
                <a:solidFill>
                  <a:srgbClr val="007C8B"/>
                </a:solidFill>
              </a:defRPr>
            </a:lvl8pPr>
            <a:lvl9pPr>
              <a:defRPr sz="20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B"/>
                </a:solidFill>
              </a:defRPr>
            </a:pPr>
            <a:r>
              <a:rPr sz="2025" b="1">
                <a:solidFill>
                  <a:srgbClr val="007C8B"/>
                </a:solidFill>
              </a:rPr>
              <a:t>Buyer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4B2C8-7DC2-4EC9-B167-E5FA6FB8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Browse products, manage cart, save addresses, use UPI Demo or COD, track 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3318B-2FEA-43C0-A643-B569FC48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3190875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907A8-BE1E-465F-8732-A9BEACE5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38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F2634C"/>
                </a:solidFill>
              </a:defRPr>
            </a:defPPr>
            <a:lvl1pPr>
              <a:defRPr sz="2025" b="1">
                <a:solidFill>
                  <a:srgbClr val="F2634C"/>
                </a:solidFill>
              </a:defRPr>
            </a:lvl1pPr>
            <a:lvl2pPr>
              <a:defRPr sz="2025" b="1">
                <a:solidFill>
                  <a:srgbClr val="F2634C"/>
                </a:solidFill>
              </a:defRPr>
            </a:lvl2pPr>
            <a:lvl3pPr>
              <a:defRPr sz="2025" b="1">
                <a:solidFill>
                  <a:srgbClr val="F2634C"/>
                </a:solidFill>
              </a:defRPr>
            </a:lvl3pPr>
            <a:lvl4pPr>
              <a:defRPr sz="2025" b="1">
                <a:solidFill>
                  <a:srgbClr val="F2634C"/>
                </a:solidFill>
              </a:defRPr>
            </a:lvl4pPr>
            <a:lvl5pPr>
              <a:defRPr sz="2025" b="1">
                <a:solidFill>
                  <a:srgbClr val="F2634C"/>
                </a:solidFill>
              </a:defRPr>
            </a:lvl5pPr>
            <a:lvl6pPr>
              <a:defRPr sz="2025" b="1">
                <a:solidFill>
                  <a:srgbClr val="F2634C"/>
                </a:solidFill>
              </a:defRPr>
            </a:lvl6pPr>
            <a:lvl7pPr>
              <a:defRPr sz="2025" b="1">
                <a:solidFill>
                  <a:srgbClr val="F2634C"/>
                </a:solidFill>
              </a:defRPr>
            </a:lvl7pPr>
            <a:lvl8pPr>
              <a:defRPr sz="2025" b="1">
                <a:solidFill>
                  <a:srgbClr val="F2634C"/>
                </a:solidFill>
              </a:defRPr>
            </a:lvl8pPr>
            <a:lvl9pPr>
              <a:defRPr sz="2025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2634C"/>
                </a:solidFill>
              </a:defRPr>
            </a:pPr>
            <a:r>
              <a:rPr sz="2025" b="1">
                <a:solidFill>
                  <a:srgbClr val="F2634C"/>
                </a:solidFill>
              </a:rPr>
              <a:t>Seller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4DA32-496D-4BE7-9245-379B73C4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0987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Manage shop, add stock, upload fish photos, update listings, fulfill own orders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E7B57-D27B-4E68-83A3-922D2E30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190875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6B57E-8021-4C80-A090-86209227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8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02A35"/>
                </a:solidFill>
              </a:defRPr>
            </a:defPPr>
            <a:lvl1pPr>
              <a:defRPr sz="2025" b="1">
                <a:solidFill>
                  <a:srgbClr val="102A35"/>
                </a:solidFill>
              </a:defRPr>
            </a:lvl1pPr>
            <a:lvl2pPr>
              <a:defRPr sz="2025" b="1">
                <a:solidFill>
                  <a:srgbClr val="102A35"/>
                </a:solidFill>
              </a:defRPr>
            </a:lvl2pPr>
            <a:lvl3pPr>
              <a:defRPr sz="2025" b="1">
                <a:solidFill>
                  <a:srgbClr val="102A35"/>
                </a:solidFill>
              </a:defRPr>
            </a:lvl3pPr>
            <a:lvl4pPr>
              <a:defRPr sz="2025" b="1">
                <a:solidFill>
                  <a:srgbClr val="102A35"/>
                </a:solidFill>
              </a:defRPr>
            </a:lvl4pPr>
            <a:lvl5pPr>
              <a:defRPr sz="2025" b="1">
                <a:solidFill>
                  <a:srgbClr val="102A35"/>
                </a:solidFill>
              </a:defRPr>
            </a:lvl5pPr>
            <a:lvl6pPr>
              <a:defRPr sz="2025" b="1">
                <a:solidFill>
                  <a:srgbClr val="102A35"/>
                </a:solidFill>
              </a:defRPr>
            </a:lvl6pPr>
            <a:lvl7pPr>
              <a:defRPr sz="2025" b="1">
                <a:solidFill>
                  <a:srgbClr val="102A35"/>
                </a:solidFill>
              </a:defRPr>
            </a:lvl7pPr>
            <a:lvl8pPr>
              <a:defRPr sz="2025" b="1">
                <a:solidFill>
                  <a:srgbClr val="102A35"/>
                </a:solidFill>
              </a:defRPr>
            </a:lvl8pPr>
            <a:lvl9pPr>
              <a:defRPr sz="2025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A35"/>
                </a:solidFill>
              </a:defRPr>
            </a:pPr>
            <a:r>
              <a:rPr sz="2025" b="1">
                <a:solidFill>
                  <a:srgbClr val="102A35"/>
                </a:solidFill>
              </a:rPr>
              <a:t>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FEDB8-A93D-44F7-82CA-1C2953F3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Approve sellers, manage users and categories, monitor products, orders, and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63ECE-54D7-472C-86BB-8FD18B69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Role-based access control checks permissions in PHP. Hiding a menu item alone does not grant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8BFAA-C06A-4EF5-B495-61A6C8D9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CA98C-3E46-4120-922F-57AE5D27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9267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2FCEC-D038-4664-9FB6-32C7DA7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513F1-406D-41D1-9E5C-534E7C20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Chosen to match the project requirement and keep the application easy to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A35D8-0A1B-4D54-8CD2-4F78CEFE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6B1AF-B875-42CB-9661-9C6488E5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143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AFE6F-ED0E-4756-A6DF-474F4599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B"/>
                </a:solidFill>
              </a:defRPr>
            </a:defPPr>
            <a:lvl1pPr>
              <a:defRPr sz="1575" b="1">
                <a:solidFill>
                  <a:srgbClr val="007C8B"/>
                </a:solidFill>
              </a:defRPr>
            </a:lvl1pPr>
            <a:lvl2pPr>
              <a:defRPr sz="1575" b="1">
                <a:solidFill>
                  <a:srgbClr val="007C8B"/>
                </a:solidFill>
              </a:defRPr>
            </a:lvl2pPr>
            <a:lvl3pPr>
              <a:defRPr sz="1575" b="1">
                <a:solidFill>
                  <a:srgbClr val="007C8B"/>
                </a:solidFill>
              </a:defRPr>
            </a:lvl3pPr>
            <a:lvl4pPr>
              <a:defRPr sz="1575" b="1">
                <a:solidFill>
                  <a:srgbClr val="007C8B"/>
                </a:solidFill>
              </a:defRPr>
            </a:lvl4pPr>
            <a:lvl5pPr>
              <a:defRPr sz="1575" b="1">
                <a:solidFill>
                  <a:srgbClr val="007C8B"/>
                </a:solidFill>
              </a:defRPr>
            </a:lvl5pPr>
            <a:lvl6pPr>
              <a:defRPr sz="1575" b="1">
                <a:solidFill>
                  <a:srgbClr val="007C8B"/>
                </a:solidFill>
              </a:defRPr>
            </a:lvl6pPr>
            <a:lvl7pPr>
              <a:defRPr sz="1575" b="1">
                <a:solidFill>
                  <a:srgbClr val="007C8B"/>
                </a:solidFill>
              </a:defRPr>
            </a:lvl7pPr>
            <a:lvl8pPr>
              <a:defRPr sz="1575" b="1">
                <a:solidFill>
                  <a:srgbClr val="007C8B"/>
                </a:solidFill>
              </a:defRPr>
            </a:lvl8pPr>
            <a:lvl9pPr>
              <a:defRPr sz="15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B"/>
                </a:solidFill>
              </a:defRPr>
            </a:pPr>
            <a:r>
              <a:rPr sz="1575" b="1">
                <a:solidFill>
                  <a:srgbClr val="007C8B"/>
                </a:solidFill>
              </a:rPr>
              <a:t>HTML5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5D3B1-F2D0-4E6E-8EF9-FA01CCFA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Page structure and 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FCA1C-14FB-438B-86EF-BD23E95A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66875"/>
            <a:ext cx="3143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EBCF2-3D50-46EB-8E84-7863C37D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B"/>
                </a:solidFill>
              </a:defRPr>
            </a:defPPr>
            <a:lvl1pPr>
              <a:defRPr sz="1575" b="1">
                <a:solidFill>
                  <a:srgbClr val="007C8B"/>
                </a:solidFill>
              </a:defRPr>
            </a:lvl1pPr>
            <a:lvl2pPr>
              <a:defRPr sz="1575" b="1">
                <a:solidFill>
                  <a:srgbClr val="007C8B"/>
                </a:solidFill>
              </a:defRPr>
            </a:lvl2pPr>
            <a:lvl3pPr>
              <a:defRPr sz="1575" b="1">
                <a:solidFill>
                  <a:srgbClr val="007C8B"/>
                </a:solidFill>
              </a:defRPr>
            </a:lvl3pPr>
            <a:lvl4pPr>
              <a:defRPr sz="1575" b="1">
                <a:solidFill>
                  <a:srgbClr val="007C8B"/>
                </a:solidFill>
              </a:defRPr>
            </a:lvl4pPr>
            <a:lvl5pPr>
              <a:defRPr sz="1575" b="1">
                <a:solidFill>
                  <a:srgbClr val="007C8B"/>
                </a:solidFill>
              </a:defRPr>
            </a:lvl5pPr>
            <a:lvl6pPr>
              <a:defRPr sz="1575" b="1">
                <a:solidFill>
                  <a:srgbClr val="007C8B"/>
                </a:solidFill>
              </a:defRPr>
            </a:lvl6pPr>
            <a:lvl7pPr>
              <a:defRPr sz="1575" b="1">
                <a:solidFill>
                  <a:srgbClr val="007C8B"/>
                </a:solidFill>
              </a:defRPr>
            </a:lvl7pPr>
            <a:lvl8pPr>
              <a:defRPr sz="1575" b="1">
                <a:solidFill>
                  <a:srgbClr val="007C8B"/>
                </a:solidFill>
              </a:defRPr>
            </a:lvl8pPr>
            <a:lvl9pPr>
              <a:defRPr sz="15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B"/>
                </a:solidFill>
              </a:defRPr>
            </a:pPr>
            <a:r>
              <a:rPr sz="1575" b="1">
                <a:solidFill>
                  <a:srgbClr val="007C8B"/>
                </a:solidFill>
              </a:rPr>
              <a:t>CSS3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CA9B5-E2D4-48EE-8228-3A995638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7647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Responsive marketplace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14821-E26F-4CBE-8030-47FBD948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143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E8C09-4918-47AC-9522-C394C1B0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B"/>
                </a:solidFill>
              </a:defRPr>
            </a:defPPr>
            <a:lvl1pPr>
              <a:defRPr sz="1575" b="1">
                <a:solidFill>
                  <a:srgbClr val="007C8B"/>
                </a:solidFill>
              </a:defRPr>
            </a:lvl1pPr>
            <a:lvl2pPr>
              <a:defRPr sz="1575" b="1">
                <a:solidFill>
                  <a:srgbClr val="007C8B"/>
                </a:solidFill>
              </a:defRPr>
            </a:lvl2pPr>
            <a:lvl3pPr>
              <a:defRPr sz="1575" b="1">
                <a:solidFill>
                  <a:srgbClr val="007C8B"/>
                </a:solidFill>
              </a:defRPr>
            </a:lvl3pPr>
            <a:lvl4pPr>
              <a:defRPr sz="1575" b="1">
                <a:solidFill>
                  <a:srgbClr val="007C8B"/>
                </a:solidFill>
              </a:defRPr>
            </a:lvl4pPr>
            <a:lvl5pPr>
              <a:defRPr sz="1575" b="1">
                <a:solidFill>
                  <a:srgbClr val="007C8B"/>
                </a:solidFill>
              </a:defRPr>
            </a:lvl5pPr>
            <a:lvl6pPr>
              <a:defRPr sz="1575" b="1">
                <a:solidFill>
                  <a:srgbClr val="007C8B"/>
                </a:solidFill>
              </a:defRPr>
            </a:lvl6pPr>
            <a:lvl7pPr>
              <a:defRPr sz="1575" b="1">
                <a:solidFill>
                  <a:srgbClr val="007C8B"/>
                </a:solidFill>
              </a:defRPr>
            </a:lvl7pPr>
            <a:lvl8pPr>
              <a:defRPr sz="1575" b="1">
                <a:solidFill>
                  <a:srgbClr val="007C8B"/>
                </a:solidFill>
              </a:defRPr>
            </a:lvl8pPr>
            <a:lvl9pPr>
              <a:defRPr sz="15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B"/>
                </a:solidFill>
              </a:defRPr>
            </a:pPr>
            <a:r>
              <a:rPr sz="1575" b="1">
                <a:solidFill>
                  <a:srgbClr val="007C8B"/>
                </a:solidFill>
              </a:rPr>
              <a:t>Vanilla JavaScript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89259-D8D6-4FFD-BD54-219F99BD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7647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Interactive checkout total, image preview, confirmations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434D2-5C9E-4AEA-B3D4-755D12AA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143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1D54E-57E6-4FF1-B6BC-306C3DE1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8617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B"/>
                </a:solidFill>
              </a:defRPr>
            </a:defPPr>
            <a:lvl1pPr>
              <a:defRPr sz="1575" b="1">
                <a:solidFill>
                  <a:srgbClr val="007C8B"/>
                </a:solidFill>
              </a:defRPr>
            </a:lvl1pPr>
            <a:lvl2pPr>
              <a:defRPr sz="1575" b="1">
                <a:solidFill>
                  <a:srgbClr val="007C8B"/>
                </a:solidFill>
              </a:defRPr>
            </a:lvl2pPr>
            <a:lvl3pPr>
              <a:defRPr sz="1575" b="1">
                <a:solidFill>
                  <a:srgbClr val="007C8B"/>
                </a:solidFill>
              </a:defRPr>
            </a:lvl3pPr>
            <a:lvl4pPr>
              <a:defRPr sz="1575" b="1">
                <a:solidFill>
                  <a:srgbClr val="007C8B"/>
                </a:solidFill>
              </a:defRPr>
            </a:lvl4pPr>
            <a:lvl5pPr>
              <a:defRPr sz="1575" b="1">
                <a:solidFill>
                  <a:srgbClr val="007C8B"/>
                </a:solidFill>
              </a:defRPr>
            </a:lvl5pPr>
            <a:lvl6pPr>
              <a:defRPr sz="1575" b="1">
                <a:solidFill>
                  <a:srgbClr val="007C8B"/>
                </a:solidFill>
              </a:defRPr>
            </a:lvl6pPr>
            <a:lvl7pPr>
              <a:defRPr sz="1575" b="1">
                <a:solidFill>
                  <a:srgbClr val="007C8B"/>
                </a:solidFill>
              </a:defRPr>
            </a:lvl7pPr>
            <a:lvl8pPr>
              <a:defRPr sz="1575" b="1">
                <a:solidFill>
                  <a:srgbClr val="007C8B"/>
                </a:solidFill>
              </a:defRPr>
            </a:lvl8pPr>
            <a:lvl9pPr>
              <a:defRPr sz="15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B"/>
                </a:solidFill>
              </a:defRPr>
            </a:pPr>
            <a:r>
              <a:rPr sz="1575" b="1">
                <a:solidFill>
                  <a:srgbClr val="007C8B"/>
                </a:solidFill>
              </a:rPr>
              <a:t>PHP 8+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B37A4-4D4B-4E9F-9A55-658949E7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Server rendering, sessions, validation, workflows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E466E-B2F8-440F-A085-7CBA491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3143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A4222-8D26-4A07-9312-3F19CC67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8617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B"/>
                </a:solidFill>
              </a:defRPr>
            </a:defPPr>
            <a:lvl1pPr>
              <a:defRPr sz="1575" b="1">
                <a:solidFill>
                  <a:srgbClr val="007C8B"/>
                </a:solidFill>
              </a:defRPr>
            </a:lvl1pPr>
            <a:lvl2pPr>
              <a:defRPr sz="1575" b="1">
                <a:solidFill>
                  <a:srgbClr val="007C8B"/>
                </a:solidFill>
              </a:defRPr>
            </a:lvl2pPr>
            <a:lvl3pPr>
              <a:defRPr sz="1575" b="1">
                <a:solidFill>
                  <a:srgbClr val="007C8B"/>
                </a:solidFill>
              </a:defRPr>
            </a:lvl3pPr>
            <a:lvl4pPr>
              <a:defRPr sz="1575" b="1">
                <a:solidFill>
                  <a:srgbClr val="007C8B"/>
                </a:solidFill>
              </a:defRPr>
            </a:lvl4pPr>
            <a:lvl5pPr>
              <a:defRPr sz="1575" b="1">
                <a:solidFill>
                  <a:srgbClr val="007C8B"/>
                </a:solidFill>
              </a:defRPr>
            </a:lvl5pPr>
            <a:lvl6pPr>
              <a:defRPr sz="1575" b="1">
                <a:solidFill>
                  <a:srgbClr val="007C8B"/>
                </a:solidFill>
              </a:defRPr>
            </a:lvl6pPr>
            <a:lvl7pPr>
              <a:defRPr sz="1575" b="1">
                <a:solidFill>
                  <a:srgbClr val="007C8B"/>
                </a:solidFill>
              </a:defRPr>
            </a:lvl7pPr>
            <a:lvl8pPr>
              <a:defRPr sz="1575" b="1">
                <a:solidFill>
                  <a:srgbClr val="007C8B"/>
                </a:solidFill>
              </a:defRPr>
            </a:lvl8pPr>
            <a:lvl9pPr>
              <a:defRPr sz="15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B"/>
                </a:solidFill>
              </a:defRPr>
            </a:pPr>
            <a:r>
              <a:rPr sz="1575" b="1">
                <a:solidFill>
                  <a:srgbClr val="007C8B"/>
                </a:solidFill>
              </a:rPr>
              <a:t>MySQL / MariaDB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572B8-8FE7-4E1E-AC00-C6F4FC24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8622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Relational data, orders, products, users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1F74A-332A-4FF3-874F-78409523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3143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F35FD-7381-4CFC-8BEA-11974EC5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8617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B"/>
                </a:solidFill>
              </a:defRPr>
            </a:defPPr>
            <a:lvl1pPr>
              <a:defRPr sz="1575" b="1">
                <a:solidFill>
                  <a:srgbClr val="007C8B"/>
                </a:solidFill>
              </a:defRPr>
            </a:lvl1pPr>
            <a:lvl2pPr>
              <a:defRPr sz="1575" b="1">
                <a:solidFill>
                  <a:srgbClr val="007C8B"/>
                </a:solidFill>
              </a:defRPr>
            </a:lvl2pPr>
            <a:lvl3pPr>
              <a:defRPr sz="1575" b="1">
                <a:solidFill>
                  <a:srgbClr val="007C8B"/>
                </a:solidFill>
              </a:defRPr>
            </a:lvl3pPr>
            <a:lvl4pPr>
              <a:defRPr sz="1575" b="1">
                <a:solidFill>
                  <a:srgbClr val="007C8B"/>
                </a:solidFill>
              </a:defRPr>
            </a:lvl4pPr>
            <a:lvl5pPr>
              <a:defRPr sz="1575" b="1">
                <a:solidFill>
                  <a:srgbClr val="007C8B"/>
                </a:solidFill>
              </a:defRPr>
            </a:lvl5pPr>
            <a:lvl6pPr>
              <a:defRPr sz="1575" b="1">
                <a:solidFill>
                  <a:srgbClr val="007C8B"/>
                </a:solidFill>
              </a:defRPr>
            </a:lvl6pPr>
            <a:lvl7pPr>
              <a:defRPr sz="1575" b="1">
                <a:solidFill>
                  <a:srgbClr val="007C8B"/>
                </a:solidFill>
              </a:defRPr>
            </a:lvl7pPr>
            <a:lvl8pPr>
              <a:defRPr sz="1575" b="1">
                <a:solidFill>
                  <a:srgbClr val="007C8B"/>
                </a:solidFill>
              </a:defRPr>
            </a:lvl8pPr>
            <a:lvl9pPr>
              <a:defRPr sz="15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B"/>
                </a:solidFill>
              </a:defRPr>
            </a:pPr>
            <a:r>
              <a:rPr sz="1575" b="1">
                <a:solidFill>
                  <a:srgbClr val="007C8B"/>
                </a:solidFill>
              </a:rPr>
              <a:t>XAMPP / Apache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7D9E0-B685-4D67-80FD-12264E63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8622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Local development environment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FCFF8-040E-435E-A965-9B837623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627BE3-87D4-4A4C-81C7-C303EEA7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50198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4FE11-935D-4BF5-B9B4-23C86E9E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49220-E36C-4AEB-AC57-C50C944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Modular PHP pages reuse shared database, authentication, and layout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B6209-F594-4EAC-A73C-3D183FB3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4694C-5A14-4079-A77E-32531AA1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095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0EFFE-7B3E-4FF8-83DA-54F18755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146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A350D-622D-4909-94BC-5486E59A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956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17581"/>
                </a:solidFill>
              </a:defRPr>
            </a:defPPr>
            <a:lvl1pPr>
              <a:defRPr sz="1050" b="0">
                <a:solidFill>
                  <a:srgbClr val="617581"/>
                </a:solidFill>
              </a:defRPr>
            </a:lvl1pPr>
            <a:lvl2pPr>
              <a:defRPr sz="1050" b="0">
                <a:solidFill>
                  <a:srgbClr val="617581"/>
                </a:solidFill>
              </a:defRPr>
            </a:lvl2pPr>
            <a:lvl3pPr>
              <a:defRPr sz="1050" b="0">
                <a:solidFill>
                  <a:srgbClr val="617581"/>
                </a:solidFill>
              </a:defRPr>
            </a:lvl3pPr>
            <a:lvl4pPr>
              <a:defRPr sz="1050" b="0">
                <a:solidFill>
                  <a:srgbClr val="617581"/>
                </a:solidFill>
              </a:defRPr>
            </a:lvl4pPr>
            <a:lvl5pPr>
              <a:defRPr sz="1050" b="0">
                <a:solidFill>
                  <a:srgbClr val="617581"/>
                </a:solidFill>
              </a:defRPr>
            </a:lvl5pPr>
            <a:lvl6pPr>
              <a:defRPr sz="1050" b="0">
                <a:solidFill>
                  <a:srgbClr val="617581"/>
                </a:solidFill>
              </a:defRPr>
            </a:lvl6pPr>
            <a:lvl7pPr>
              <a:defRPr sz="1050" b="0">
                <a:solidFill>
                  <a:srgbClr val="617581"/>
                </a:solidFill>
              </a:defRPr>
            </a:lvl7pPr>
            <a:lvl8pPr>
              <a:defRPr sz="1050" b="0">
                <a:solidFill>
                  <a:srgbClr val="617581"/>
                </a:solidFill>
              </a:defRPr>
            </a:lvl8pPr>
            <a:lvl9pPr>
              <a:defRPr sz="1050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581"/>
                </a:solidFill>
              </a:defRPr>
            </a:pPr>
            <a:r>
              <a:rPr sz="1050" b="0">
                <a:solidFill>
                  <a:srgbClr val="617581"/>
                </a:solidFill>
              </a:rPr>
              <a:t>HTML + CSS + JavaScript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EB04F-FF4C-4951-93DE-5418FFCD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007C8B"/>
                </a:solidFill>
              </a:defRPr>
            </a:defPPr>
            <a:lvl1pPr>
              <a:defRPr sz="2100" b="1">
                <a:solidFill>
                  <a:srgbClr val="007C8B"/>
                </a:solidFill>
              </a:defRPr>
            </a:lvl1pPr>
            <a:lvl2pPr>
              <a:defRPr sz="2100" b="1">
                <a:solidFill>
                  <a:srgbClr val="007C8B"/>
                </a:solidFill>
              </a:defRPr>
            </a:lvl2pPr>
            <a:lvl3pPr>
              <a:defRPr sz="2100" b="1">
                <a:solidFill>
                  <a:srgbClr val="007C8B"/>
                </a:solidFill>
              </a:defRPr>
            </a:lvl3pPr>
            <a:lvl4pPr>
              <a:defRPr sz="2100" b="1">
                <a:solidFill>
                  <a:srgbClr val="007C8B"/>
                </a:solidFill>
              </a:defRPr>
            </a:lvl4pPr>
            <a:lvl5pPr>
              <a:defRPr sz="2100" b="1">
                <a:solidFill>
                  <a:srgbClr val="007C8B"/>
                </a:solidFill>
              </a:defRPr>
            </a:lvl5pPr>
            <a:lvl6pPr>
              <a:defRPr sz="2100" b="1">
                <a:solidFill>
                  <a:srgbClr val="007C8B"/>
                </a:solidFill>
              </a:defRPr>
            </a:lvl6pPr>
            <a:lvl7pPr>
              <a:defRPr sz="2100" b="1">
                <a:solidFill>
                  <a:srgbClr val="007C8B"/>
                </a:solidFill>
              </a:defRPr>
            </a:lvl7pPr>
            <a:lvl8pPr>
              <a:defRPr sz="2100" b="1">
                <a:solidFill>
                  <a:srgbClr val="007C8B"/>
                </a:solidFill>
              </a:defRPr>
            </a:lvl8pPr>
            <a:lvl9pPr>
              <a:defRPr sz="21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B"/>
                </a:solidFill>
              </a:defRPr>
            </a:pPr>
            <a:r>
              <a:rPr sz="21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F0CFD-EDFD-4104-83A1-815A0B82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76500"/>
            <a:ext cx="2095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55F6F-B220-4804-B464-BD640A08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146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PHP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23E49-0172-44AD-A229-6E22CB88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956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17581"/>
                </a:solidFill>
              </a:defRPr>
            </a:defPPr>
            <a:lvl1pPr>
              <a:defRPr sz="1050" b="0">
                <a:solidFill>
                  <a:srgbClr val="617581"/>
                </a:solidFill>
              </a:defRPr>
            </a:lvl1pPr>
            <a:lvl2pPr>
              <a:defRPr sz="1050" b="0">
                <a:solidFill>
                  <a:srgbClr val="617581"/>
                </a:solidFill>
              </a:defRPr>
            </a:lvl2pPr>
            <a:lvl3pPr>
              <a:defRPr sz="1050" b="0">
                <a:solidFill>
                  <a:srgbClr val="617581"/>
                </a:solidFill>
              </a:defRPr>
            </a:lvl3pPr>
            <a:lvl4pPr>
              <a:defRPr sz="1050" b="0">
                <a:solidFill>
                  <a:srgbClr val="617581"/>
                </a:solidFill>
              </a:defRPr>
            </a:lvl4pPr>
            <a:lvl5pPr>
              <a:defRPr sz="1050" b="0">
                <a:solidFill>
                  <a:srgbClr val="617581"/>
                </a:solidFill>
              </a:defRPr>
            </a:lvl5pPr>
            <a:lvl6pPr>
              <a:defRPr sz="1050" b="0">
                <a:solidFill>
                  <a:srgbClr val="617581"/>
                </a:solidFill>
              </a:defRPr>
            </a:lvl6pPr>
            <a:lvl7pPr>
              <a:defRPr sz="1050" b="0">
                <a:solidFill>
                  <a:srgbClr val="617581"/>
                </a:solidFill>
              </a:defRPr>
            </a:lvl7pPr>
            <a:lvl8pPr>
              <a:defRPr sz="1050" b="0">
                <a:solidFill>
                  <a:srgbClr val="617581"/>
                </a:solidFill>
              </a:defRPr>
            </a:lvl8pPr>
            <a:lvl9pPr>
              <a:defRPr sz="1050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581"/>
                </a:solidFill>
              </a:defRPr>
            </a:pPr>
            <a:r>
              <a:rPr sz="1050" b="0">
                <a:solidFill>
                  <a:srgbClr val="617581"/>
                </a:solidFill>
              </a:rPr>
              <a:t>index, products, cart, checkout, dashboards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74271-C149-4F11-8D60-3CE7A1A9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007C8B"/>
                </a:solidFill>
              </a:defRPr>
            </a:defPPr>
            <a:lvl1pPr>
              <a:defRPr sz="2100" b="1">
                <a:solidFill>
                  <a:srgbClr val="007C8B"/>
                </a:solidFill>
              </a:defRPr>
            </a:lvl1pPr>
            <a:lvl2pPr>
              <a:defRPr sz="2100" b="1">
                <a:solidFill>
                  <a:srgbClr val="007C8B"/>
                </a:solidFill>
              </a:defRPr>
            </a:lvl2pPr>
            <a:lvl3pPr>
              <a:defRPr sz="2100" b="1">
                <a:solidFill>
                  <a:srgbClr val="007C8B"/>
                </a:solidFill>
              </a:defRPr>
            </a:lvl3pPr>
            <a:lvl4pPr>
              <a:defRPr sz="2100" b="1">
                <a:solidFill>
                  <a:srgbClr val="007C8B"/>
                </a:solidFill>
              </a:defRPr>
            </a:lvl4pPr>
            <a:lvl5pPr>
              <a:defRPr sz="2100" b="1">
                <a:solidFill>
                  <a:srgbClr val="007C8B"/>
                </a:solidFill>
              </a:defRPr>
            </a:lvl5pPr>
            <a:lvl6pPr>
              <a:defRPr sz="2100" b="1">
                <a:solidFill>
                  <a:srgbClr val="007C8B"/>
                </a:solidFill>
              </a:defRPr>
            </a:lvl6pPr>
            <a:lvl7pPr>
              <a:defRPr sz="2100" b="1">
                <a:solidFill>
                  <a:srgbClr val="007C8B"/>
                </a:solidFill>
              </a:defRPr>
            </a:lvl7pPr>
            <a:lvl8pPr>
              <a:defRPr sz="2100" b="1">
                <a:solidFill>
                  <a:srgbClr val="007C8B"/>
                </a:solidFill>
              </a:defRPr>
            </a:lvl8pPr>
            <a:lvl9pPr>
              <a:defRPr sz="21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B"/>
                </a:solidFill>
              </a:defRPr>
            </a:pPr>
            <a:r>
              <a:rPr sz="21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5079D-4458-4F8E-99AB-A1C55581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095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B2E3D-38B7-4700-9B47-C9244C6B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Shared Includes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7E73A-3FA0-462D-8F6C-CFAAAB3C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956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17581"/>
                </a:solidFill>
              </a:defRPr>
            </a:defPPr>
            <a:lvl1pPr>
              <a:defRPr sz="1050" b="0">
                <a:solidFill>
                  <a:srgbClr val="617581"/>
                </a:solidFill>
              </a:defRPr>
            </a:lvl1pPr>
            <a:lvl2pPr>
              <a:defRPr sz="1050" b="0">
                <a:solidFill>
                  <a:srgbClr val="617581"/>
                </a:solidFill>
              </a:defRPr>
            </a:lvl2pPr>
            <a:lvl3pPr>
              <a:defRPr sz="1050" b="0">
                <a:solidFill>
                  <a:srgbClr val="617581"/>
                </a:solidFill>
              </a:defRPr>
            </a:lvl3pPr>
            <a:lvl4pPr>
              <a:defRPr sz="1050" b="0">
                <a:solidFill>
                  <a:srgbClr val="617581"/>
                </a:solidFill>
              </a:defRPr>
            </a:lvl4pPr>
            <a:lvl5pPr>
              <a:defRPr sz="1050" b="0">
                <a:solidFill>
                  <a:srgbClr val="617581"/>
                </a:solidFill>
              </a:defRPr>
            </a:lvl5pPr>
            <a:lvl6pPr>
              <a:defRPr sz="1050" b="0">
                <a:solidFill>
                  <a:srgbClr val="617581"/>
                </a:solidFill>
              </a:defRPr>
            </a:lvl6pPr>
            <a:lvl7pPr>
              <a:defRPr sz="1050" b="0">
                <a:solidFill>
                  <a:srgbClr val="617581"/>
                </a:solidFill>
              </a:defRPr>
            </a:lvl7pPr>
            <a:lvl8pPr>
              <a:defRPr sz="1050" b="0">
                <a:solidFill>
                  <a:srgbClr val="617581"/>
                </a:solidFill>
              </a:defRPr>
            </a:lvl8pPr>
            <a:lvl9pPr>
              <a:defRPr sz="1050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581"/>
                </a:solidFill>
              </a:defRPr>
            </a:pPr>
            <a:r>
              <a:rPr sz="1050" b="0">
                <a:solidFill>
                  <a:srgbClr val="617581"/>
                </a:solidFill>
              </a:rPr>
              <a:t>config, PDO database, auth, functions, header/footer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F4779-2A73-446A-8027-0EAE51EF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007C8B"/>
                </a:solidFill>
              </a:defRPr>
            </a:defPPr>
            <a:lvl1pPr>
              <a:defRPr sz="2100" b="1">
                <a:solidFill>
                  <a:srgbClr val="007C8B"/>
                </a:solidFill>
              </a:defRPr>
            </a:lvl1pPr>
            <a:lvl2pPr>
              <a:defRPr sz="2100" b="1">
                <a:solidFill>
                  <a:srgbClr val="007C8B"/>
                </a:solidFill>
              </a:defRPr>
            </a:lvl2pPr>
            <a:lvl3pPr>
              <a:defRPr sz="2100" b="1">
                <a:solidFill>
                  <a:srgbClr val="007C8B"/>
                </a:solidFill>
              </a:defRPr>
            </a:lvl3pPr>
            <a:lvl4pPr>
              <a:defRPr sz="2100" b="1">
                <a:solidFill>
                  <a:srgbClr val="007C8B"/>
                </a:solidFill>
              </a:defRPr>
            </a:lvl4pPr>
            <a:lvl5pPr>
              <a:defRPr sz="2100" b="1">
                <a:solidFill>
                  <a:srgbClr val="007C8B"/>
                </a:solidFill>
              </a:defRPr>
            </a:lvl5pPr>
            <a:lvl6pPr>
              <a:defRPr sz="2100" b="1">
                <a:solidFill>
                  <a:srgbClr val="007C8B"/>
                </a:solidFill>
              </a:defRPr>
            </a:lvl6pPr>
            <a:lvl7pPr>
              <a:defRPr sz="2100" b="1">
                <a:solidFill>
                  <a:srgbClr val="007C8B"/>
                </a:solidFill>
              </a:defRPr>
            </a:lvl7pPr>
            <a:lvl8pPr>
              <a:defRPr sz="2100" b="1">
                <a:solidFill>
                  <a:srgbClr val="007C8B"/>
                </a:solidFill>
              </a:defRPr>
            </a:lvl8pPr>
            <a:lvl9pPr>
              <a:defRPr sz="21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B"/>
                </a:solidFill>
              </a:defRPr>
            </a:pPr>
            <a:r>
              <a:rPr sz="21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5073E-C7A2-40AA-8241-0F4CDE77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76500"/>
            <a:ext cx="2095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1705A-49E4-436C-8065-35093346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146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MySQL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00D13-D25A-4D47-AEB1-F422AC8C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956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17581"/>
                </a:solidFill>
              </a:defRPr>
            </a:defPPr>
            <a:lvl1pPr>
              <a:defRPr sz="1050" b="0">
                <a:solidFill>
                  <a:srgbClr val="617581"/>
                </a:solidFill>
              </a:defRPr>
            </a:lvl1pPr>
            <a:lvl2pPr>
              <a:defRPr sz="1050" b="0">
                <a:solidFill>
                  <a:srgbClr val="617581"/>
                </a:solidFill>
              </a:defRPr>
            </a:lvl2pPr>
            <a:lvl3pPr>
              <a:defRPr sz="1050" b="0">
                <a:solidFill>
                  <a:srgbClr val="617581"/>
                </a:solidFill>
              </a:defRPr>
            </a:lvl3pPr>
            <a:lvl4pPr>
              <a:defRPr sz="1050" b="0">
                <a:solidFill>
                  <a:srgbClr val="617581"/>
                </a:solidFill>
              </a:defRPr>
            </a:lvl4pPr>
            <a:lvl5pPr>
              <a:defRPr sz="1050" b="0">
                <a:solidFill>
                  <a:srgbClr val="617581"/>
                </a:solidFill>
              </a:defRPr>
            </a:lvl5pPr>
            <a:lvl6pPr>
              <a:defRPr sz="1050" b="0">
                <a:solidFill>
                  <a:srgbClr val="617581"/>
                </a:solidFill>
              </a:defRPr>
            </a:lvl6pPr>
            <a:lvl7pPr>
              <a:defRPr sz="1050" b="0">
                <a:solidFill>
                  <a:srgbClr val="617581"/>
                </a:solidFill>
              </a:defRPr>
            </a:lvl7pPr>
            <a:lvl8pPr>
              <a:defRPr sz="1050" b="0">
                <a:solidFill>
                  <a:srgbClr val="617581"/>
                </a:solidFill>
              </a:defRPr>
            </a:lvl8pPr>
            <a:lvl9pPr>
              <a:defRPr sz="1050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581"/>
                </a:solidFill>
              </a:defRPr>
            </a:pPr>
            <a:r>
              <a:rPr sz="1050" b="0">
                <a:solidFill>
                  <a:srgbClr val="617581"/>
                </a:solidFill>
              </a:rPr>
              <a:t>users, products, cart, orders,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8CE27-C44E-45E3-BFD5-97688450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A35"/>
                </a:solidFill>
              </a:defRPr>
            </a:defPPr>
            <a:lvl1pPr>
              <a:defRPr sz="1500" b="0">
                <a:solidFill>
                  <a:srgbClr val="102A35"/>
                </a:solidFill>
              </a:defRPr>
            </a:lvl1pPr>
            <a:lvl2pPr>
              <a:defRPr sz="1500" b="0">
                <a:solidFill>
                  <a:srgbClr val="102A35"/>
                </a:solidFill>
              </a:defRPr>
            </a:lvl2pPr>
            <a:lvl3pPr>
              <a:defRPr sz="1500" b="0">
                <a:solidFill>
                  <a:srgbClr val="102A35"/>
                </a:solidFill>
              </a:defRPr>
            </a:lvl3pPr>
            <a:lvl4pPr>
              <a:defRPr sz="1500" b="0">
                <a:solidFill>
                  <a:srgbClr val="102A35"/>
                </a:solidFill>
              </a:defRPr>
            </a:lvl4pPr>
            <a:lvl5pPr>
              <a:defRPr sz="1500" b="0">
                <a:solidFill>
                  <a:srgbClr val="102A35"/>
                </a:solidFill>
              </a:defRPr>
            </a:lvl5pPr>
            <a:lvl6pPr>
              <a:defRPr sz="1500" b="0">
                <a:solidFill>
                  <a:srgbClr val="102A35"/>
                </a:solidFill>
              </a:defRPr>
            </a:lvl6pPr>
            <a:lvl7pPr>
              <a:defRPr sz="1500" b="0">
                <a:solidFill>
                  <a:srgbClr val="102A35"/>
                </a:solidFill>
              </a:defRPr>
            </a:lvl7pPr>
            <a:lvl8pPr>
              <a:defRPr sz="1500" b="0">
                <a:solidFill>
                  <a:srgbClr val="102A35"/>
                </a:solidFill>
              </a:defRPr>
            </a:lvl8pPr>
            <a:lvl9pPr>
              <a:defRPr sz="15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A35"/>
                </a:solidFill>
              </a:defRPr>
            </a:pPr>
            <a:r>
              <a:rPr sz="1500" b="0">
                <a:solidFill>
                  <a:srgbClr val="102A35"/>
                </a:solidFill>
              </a:rPr>
              <a:t>Request flow: browser submits a form → PHP validates session and input → PDO prepared statement reads or writes MySQL → PHP renders the next page.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85F23-E797-4FDD-9708-CA2FDA19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8B331-3B58-4EAB-8669-3A15E878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5199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ABF04-61FA-4ED9-9819-09C0EA90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A89D8-A436-4514-8924-7F312F02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Normalized relational structure with parent orders and seller orders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96FA8-25F6-4EAC-BC62-8E946597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B92C2-0F06-4B1A-920A-1C9387C4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190875" cy="1143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BD609-1F72-480A-94BE-40B05098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764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B"/>
                </a:solidFill>
              </a:defRPr>
            </a:defPPr>
            <a:lvl1pPr>
              <a:defRPr sz="1425" b="1">
                <a:solidFill>
                  <a:srgbClr val="007C8B"/>
                </a:solidFill>
              </a:defRPr>
            </a:lvl1pPr>
            <a:lvl2pPr>
              <a:defRPr sz="1425" b="1">
                <a:solidFill>
                  <a:srgbClr val="007C8B"/>
                </a:solidFill>
              </a:defRPr>
            </a:lvl2pPr>
            <a:lvl3pPr>
              <a:defRPr sz="1425" b="1">
                <a:solidFill>
                  <a:srgbClr val="007C8B"/>
                </a:solidFill>
              </a:defRPr>
            </a:lvl3pPr>
            <a:lvl4pPr>
              <a:defRPr sz="1425" b="1">
                <a:solidFill>
                  <a:srgbClr val="007C8B"/>
                </a:solidFill>
              </a:defRPr>
            </a:lvl4pPr>
            <a:lvl5pPr>
              <a:defRPr sz="1425" b="1">
                <a:solidFill>
                  <a:srgbClr val="007C8B"/>
                </a:solidFill>
              </a:defRPr>
            </a:lvl5pPr>
            <a:lvl6pPr>
              <a:defRPr sz="1425" b="1">
                <a:solidFill>
                  <a:srgbClr val="007C8B"/>
                </a:solidFill>
              </a:defRPr>
            </a:lvl6pPr>
            <a:lvl7pPr>
              <a:defRPr sz="1425" b="1">
                <a:solidFill>
                  <a:srgbClr val="007C8B"/>
                </a:solidFill>
              </a:defRPr>
            </a:lvl7pPr>
            <a:lvl8pPr>
              <a:defRPr sz="1425" b="1">
                <a:solidFill>
                  <a:srgbClr val="007C8B"/>
                </a:solidFill>
              </a:defRPr>
            </a:lvl8pPr>
            <a:lvl9pPr>
              <a:defRPr sz="14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B"/>
                </a:solidFill>
              </a:defRPr>
            </a:pPr>
            <a:r>
              <a:rPr sz="1425" b="1">
                <a:solidFill>
                  <a:srgbClr val="007C8B"/>
                </a:solidFill>
              </a:rPr>
              <a:t>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030D7-BC30-4E47-A938-CB626B41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buyer, seller, admin accounts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C54FE-6A4D-49A5-AB12-0CA0954C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3190875" cy="1143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9E83D-D50A-4399-BC23-F1AC92B2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764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B"/>
                </a:solidFill>
              </a:defRPr>
            </a:defPPr>
            <a:lvl1pPr>
              <a:defRPr sz="1425" b="1">
                <a:solidFill>
                  <a:srgbClr val="007C8B"/>
                </a:solidFill>
              </a:defRPr>
            </a:lvl1pPr>
            <a:lvl2pPr>
              <a:defRPr sz="1425" b="1">
                <a:solidFill>
                  <a:srgbClr val="007C8B"/>
                </a:solidFill>
              </a:defRPr>
            </a:lvl2pPr>
            <a:lvl3pPr>
              <a:defRPr sz="1425" b="1">
                <a:solidFill>
                  <a:srgbClr val="007C8B"/>
                </a:solidFill>
              </a:defRPr>
            </a:lvl3pPr>
            <a:lvl4pPr>
              <a:defRPr sz="1425" b="1">
                <a:solidFill>
                  <a:srgbClr val="007C8B"/>
                </a:solidFill>
              </a:defRPr>
            </a:lvl4pPr>
            <a:lvl5pPr>
              <a:defRPr sz="1425" b="1">
                <a:solidFill>
                  <a:srgbClr val="007C8B"/>
                </a:solidFill>
              </a:defRPr>
            </a:lvl5pPr>
            <a:lvl6pPr>
              <a:defRPr sz="1425" b="1">
                <a:solidFill>
                  <a:srgbClr val="007C8B"/>
                </a:solidFill>
              </a:defRPr>
            </a:lvl6pPr>
            <a:lvl7pPr>
              <a:defRPr sz="1425" b="1">
                <a:solidFill>
                  <a:srgbClr val="007C8B"/>
                </a:solidFill>
              </a:defRPr>
            </a:lvl7pPr>
            <a:lvl8pPr>
              <a:defRPr sz="1425" b="1">
                <a:solidFill>
                  <a:srgbClr val="007C8B"/>
                </a:solidFill>
              </a:defRPr>
            </a:lvl8pPr>
            <a:lvl9pPr>
              <a:defRPr sz="14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B"/>
                </a:solidFill>
              </a:defRPr>
            </a:pPr>
            <a:r>
              <a:rPr sz="1425" b="1">
                <a:solidFill>
                  <a:srgbClr val="007C8B"/>
                </a:solidFill>
              </a:rPr>
              <a:t>seller_profiles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E57AA-FE87-4070-92E2-32F4420A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shop details and approval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3BDD7-40EC-4C97-B46C-9307D5B2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3190875" cy="1143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D6902-4C62-497A-9379-9286DB2D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764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B"/>
                </a:solidFill>
              </a:defRPr>
            </a:defPPr>
            <a:lvl1pPr>
              <a:defRPr sz="1425" b="1">
                <a:solidFill>
                  <a:srgbClr val="007C8B"/>
                </a:solidFill>
              </a:defRPr>
            </a:lvl1pPr>
            <a:lvl2pPr>
              <a:defRPr sz="1425" b="1">
                <a:solidFill>
                  <a:srgbClr val="007C8B"/>
                </a:solidFill>
              </a:defRPr>
            </a:lvl2pPr>
            <a:lvl3pPr>
              <a:defRPr sz="1425" b="1">
                <a:solidFill>
                  <a:srgbClr val="007C8B"/>
                </a:solidFill>
              </a:defRPr>
            </a:lvl3pPr>
            <a:lvl4pPr>
              <a:defRPr sz="1425" b="1">
                <a:solidFill>
                  <a:srgbClr val="007C8B"/>
                </a:solidFill>
              </a:defRPr>
            </a:lvl4pPr>
            <a:lvl5pPr>
              <a:defRPr sz="1425" b="1">
                <a:solidFill>
                  <a:srgbClr val="007C8B"/>
                </a:solidFill>
              </a:defRPr>
            </a:lvl5pPr>
            <a:lvl6pPr>
              <a:defRPr sz="1425" b="1">
                <a:solidFill>
                  <a:srgbClr val="007C8B"/>
                </a:solidFill>
              </a:defRPr>
            </a:lvl6pPr>
            <a:lvl7pPr>
              <a:defRPr sz="1425" b="1">
                <a:solidFill>
                  <a:srgbClr val="007C8B"/>
                </a:solidFill>
              </a:defRPr>
            </a:lvl7pPr>
            <a:lvl8pPr>
              <a:defRPr sz="1425" b="1">
                <a:solidFill>
                  <a:srgbClr val="007C8B"/>
                </a:solidFill>
              </a:defRPr>
            </a:lvl8pPr>
            <a:lvl9pPr>
              <a:defRPr sz="14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B"/>
                </a:solidFill>
              </a:defRPr>
            </a:pPr>
            <a:r>
              <a:rPr sz="1425" b="1">
                <a:solidFill>
                  <a:srgbClr val="007C8B"/>
                </a:solidFill>
              </a:rPr>
              <a:t>products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E47C7-9297-4186-9688-14B5CDE4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seller stock, price, category, photo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44AF9-8643-496C-9715-5B5152A4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3190875" cy="1143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D6C30-0F3A-44ED-B547-30AC31ED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B"/>
                </a:solidFill>
              </a:defRPr>
            </a:defPPr>
            <a:lvl1pPr>
              <a:defRPr sz="1425" b="1">
                <a:solidFill>
                  <a:srgbClr val="007C8B"/>
                </a:solidFill>
              </a:defRPr>
            </a:lvl1pPr>
            <a:lvl2pPr>
              <a:defRPr sz="1425" b="1">
                <a:solidFill>
                  <a:srgbClr val="007C8B"/>
                </a:solidFill>
              </a:defRPr>
            </a:lvl2pPr>
            <a:lvl3pPr>
              <a:defRPr sz="1425" b="1">
                <a:solidFill>
                  <a:srgbClr val="007C8B"/>
                </a:solidFill>
              </a:defRPr>
            </a:lvl3pPr>
            <a:lvl4pPr>
              <a:defRPr sz="1425" b="1">
                <a:solidFill>
                  <a:srgbClr val="007C8B"/>
                </a:solidFill>
              </a:defRPr>
            </a:lvl4pPr>
            <a:lvl5pPr>
              <a:defRPr sz="1425" b="1">
                <a:solidFill>
                  <a:srgbClr val="007C8B"/>
                </a:solidFill>
              </a:defRPr>
            </a:lvl5pPr>
            <a:lvl6pPr>
              <a:defRPr sz="1425" b="1">
                <a:solidFill>
                  <a:srgbClr val="007C8B"/>
                </a:solidFill>
              </a:defRPr>
            </a:lvl6pPr>
            <a:lvl7pPr>
              <a:defRPr sz="1425" b="1">
                <a:solidFill>
                  <a:srgbClr val="007C8B"/>
                </a:solidFill>
              </a:defRPr>
            </a:lvl7pPr>
            <a:lvl8pPr>
              <a:defRPr sz="1425" b="1">
                <a:solidFill>
                  <a:srgbClr val="007C8B"/>
                </a:solidFill>
              </a:defRPr>
            </a:lvl8pPr>
            <a:lvl9pPr>
              <a:defRPr sz="14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B"/>
                </a:solidFill>
              </a:defRPr>
            </a:pPr>
            <a:r>
              <a:rPr sz="1425" b="1">
                <a:solidFill>
                  <a:srgbClr val="007C8B"/>
                </a:solidFill>
              </a:rPr>
              <a:t>carts + cart_items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1EA0C-715D-4A1F-8183-46743C74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one active cart per buyer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C5F91-DB74-4736-8A4A-6119F15A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81375"/>
            <a:ext cx="3190875" cy="1143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81D57-E279-46FF-B5C1-3DCA9EEA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909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B"/>
                </a:solidFill>
              </a:defRPr>
            </a:defPPr>
            <a:lvl1pPr>
              <a:defRPr sz="1425" b="1">
                <a:solidFill>
                  <a:srgbClr val="007C8B"/>
                </a:solidFill>
              </a:defRPr>
            </a:lvl1pPr>
            <a:lvl2pPr>
              <a:defRPr sz="1425" b="1">
                <a:solidFill>
                  <a:srgbClr val="007C8B"/>
                </a:solidFill>
              </a:defRPr>
            </a:lvl2pPr>
            <a:lvl3pPr>
              <a:defRPr sz="1425" b="1">
                <a:solidFill>
                  <a:srgbClr val="007C8B"/>
                </a:solidFill>
              </a:defRPr>
            </a:lvl3pPr>
            <a:lvl4pPr>
              <a:defRPr sz="1425" b="1">
                <a:solidFill>
                  <a:srgbClr val="007C8B"/>
                </a:solidFill>
              </a:defRPr>
            </a:lvl4pPr>
            <a:lvl5pPr>
              <a:defRPr sz="1425" b="1">
                <a:solidFill>
                  <a:srgbClr val="007C8B"/>
                </a:solidFill>
              </a:defRPr>
            </a:lvl5pPr>
            <a:lvl6pPr>
              <a:defRPr sz="1425" b="1">
                <a:solidFill>
                  <a:srgbClr val="007C8B"/>
                </a:solidFill>
              </a:defRPr>
            </a:lvl6pPr>
            <a:lvl7pPr>
              <a:defRPr sz="1425" b="1">
                <a:solidFill>
                  <a:srgbClr val="007C8B"/>
                </a:solidFill>
              </a:defRPr>
            </a:lvl7pPr>
            <a:lvl8pPr>
              <a:defRPr sz="1425" b="1">
                <a:solidFill>
                  <a:srgbClr val="007C8B"/>
                </a:solidFill>
              </a:defRPr>
            </a:lvl8pPr>
            <a:lvl9pPr>
              <a:defRPr sz="14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B"/>
                </a:solidFill>
              </a:defRPr>
            </a:pPr>
            <a:r>
              <a:rPr sz="1425" b="1">
                <a:solidFill>
                  <a:srgbClr val="007C8B"/>
                </a:solidFill>
              </a:rPr>
              <a:t>orders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96497-84F6-4A7A-A0B8-6AF606DB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528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buyer, address, delivery, payment, 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F0406-B31B-4B62-9CDD-ABBEF3F7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3190875" cy="1143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C8F49-4F49-43D1-830A-0E06E105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909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B"/>
                </a:solidFill>
              </a:defRPr>
            </a:defPPr>
            <a:lvl1pPr>
              <a:defRPr sz="1425" b="1">
                <a:solidFill>
                  <a:srgbClr val="007C8B"/>
                </a:solidFill>
              </a:defRPr>
            </a:lvl1pPr>
            <a:lvl2pPr>
              <a:defRPr sz="1425" b="1">
                <a:solidFill>
                  <a:srgbClr val="007C8B"/>
                </a:solidFill>
              </a:defRPr>
            </a:lvl2pPr>
            <a:lvl3pPr>
              <a:defRPr sz="1425" b="1">
                <a:solidFill>
                  <a:srgbClr val="007C8B"/>
                </a:solidFill>
              </a:defRPr>
            </a:lvl3pPr>
            <a:lvl4pPr>
              <a:defRPr sz="1425" b="1">
                <a:solidFill>
                  <a:srgbClr val="007C8B"/>
                </a:solidFill>
              </a:defRPr>
            </a:lvl4pPr>
            <a:lvl5pPr>
              <a:defRPr sz="1425" b="1">
                <a:solidFill>
                  <a:srgbClr val="007C8B"/>
                </a:solidFill>
              </a:defRPr>
            </a:lvl5pPr>
            <a:lvl6pPr>
              <a:defRPr sz="1425" b="1">
                <a:solidFill>
                  <a:srgbClr val="007C8B"/>
                </a:solidFill>
              </a:defRPr>
            </a:lvl6pPr>
            <a:lvl7pPr>
              <a:defRPr sz="1425" b="1">
                <a:solidFill>
                  <a:srgbClr val="007C8B"/>
                </a:solidFill>
              </a:defRPr>
            </a:lvl7pPr>
            <a:lvl8pPr>
              <a:defRPr sz="1425" b="1">
                <a:solidFill>
                  <a:srgbClr val="007C8B"/>
                </a:solidFill>
              </a:defRPr>
            </a:lvl8pPr>
            <a:lvl9pPr>
              <a:defRPr sz="14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B"/>
                </a:solidFill>
              </a:defRPr>
            </a:pPr>
            <a:r>
              <a:rPr sz="1425" b="1">
                <a:solidFill>
                  <a:srgbClr val="007C8B"/>
                </a:solidFill>
              </a:rPr>
              <a:t>seller_orders + order_items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22E51-B176-4052-9B20-EF36E649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seller fulfillment and historical item price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D69A8-4772-46B0-8343-55830CB2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Key design decision: each order item saves unit_price and line_total at checkout, so old orders remain correct after a seller changes a product price.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09B7E-8881-4CF1-AD93-ADE33C7B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4354A-A581-4856-9ED6-4B8C7E51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6064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15A75A-1EFB-481D-B842-6368439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Buyer Shopping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F0D5D-B489-4866-A5D1-783AD128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The buyer can complete a full marketplace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8BAC8-AF5C-472E-8D94-C45B567A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5AF14-102D-4E24-ACE1-DB6CC43D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BBA8E-AFB8-487C-A4CE-6FAEAA9C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E33E5-7E3A-4070-A365-FF0AD8D4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Register or sign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157DD-A4A7-4C60-9ED3-08801303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67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B"/>
                </a:solidFill>
              </a:defRPr>
            </a:defPPr>
            <a:lvl1pPr>
              <a:defRPr sz="1500" b="1">
                <a:solidFill>
                  <a:srgbClr val="007C8B"/>
                </a:solidFill>
              </a:defRPr>
            </a:lvl1pPr>
            <a:lvl2pPr>
              <a:defRPr sz="1500" b="1">
                <a:solidFill>
                  <a:srgbClr val="007C8B"/>
                </a:solidFill>
              </a:defRPr>
            </a:lvl2pPr>
            <a:lvl3pPr>
              <a:defRPr sz="1500" b="1">
                <a:solidFill>
                  <a:srgbClr val="007C8B"/>
                </a:solidFill>
              </a:defRPr>
            </a:lvl3pPr>
            <a:lvl4pPr>
              <a:defRPr sz="1500" b="1">
                <a:solidFill>
                  <a:srgbClr val="007C8B"/>
                </a:solidFill>
              </a:defRPr>
            </a:lvl4pPr>
            <a:lvl5pPr>
              <a:defRPr sz="1500" b="1">
                <a:solidFill>
                  <a:srgbClr val="007C8B"/>
                </a:solidFill>
              </a:defRPr>
            </a:lvl5pPr>
            <a:lvl6pPr>
              <a:defRPr sz="1500" b="1">
                <a:solidFill>
                  <a:srgbClr val="007C8B"/>
                </a:solidFill>
              </a:defRPr>
            </a:lvl6pPr>
            <a:lvl7pPr>
              <a:defRPr sz="1500" b="1">
                <a:solidFill>
                  <a:srgbClr val="007C8B"/>
                </a:solidFill>
              </a:defRPr>
            </a:lvl7pPr>
            <a:lvl8pPr>
              <a:defRPr sz="1500" b="1">
                <a:solidFill>
                  <a:srgbClr val="007C8B"/>
                </a:solidFill>
              </a:defRPr>
            </a:lvl8pPr>
            <a:lvl9pPr>
              <a:defRPr sz="15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B"/>
                </a:solidFill>
              </a:defRPr>
            </a:pPr>
            <a:r>
              <a:rPr sz="15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99C9E-1132-46FA-AFAA-4D7843EA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576AC-689F-439B-B67E-F0E16224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A85EA-9ED7-4756-A5BE-C87C1079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Browse, search,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4F9EB-F640-4B53-BD0C-9474F786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B"/>
                </a:solidFill>
              </a:defRPr>
            </a:defPPr>
            <a:lvl1pPr>
              <a:defRPr sz="1500" b="1">
                <a:solidFill>
                  <a:srgbClr val="007C8B"/>
                </a:solidFill>
              </a:defRPr>
            </a:lvl1pPr>
            <a:lvl2pPr>
              <a:defRPr sz="1500" b="1">
                <a:solidFill>
                  <a:srgbClr val="007C8B"/>
                </a:solidFill>
              </a:defRPr>
            </a:lvl2pPr>
            <a:lvl3pPr>
              <a:defRPr sz="1500" b="1">
                <a:solidFill>
                  <a:srgbClr val="007C8B"/>
                </a:solidFill>
              </a:defRPr>
            </a:lvl3pPr>
            <a:lvl4pPr>
              <a:defRPr sz="1500" b="1">
                <a:solidFill>
                  <a:srgbClr val="007C8B"/>
                </a:solidFill>
              </a:defRPr>
            </a:lvl4pPr>
            <a:lvl5pPr>
              <a:defRPr sz="1500" b="1">
                <a:solidFill>
                  <a:srgbClr val="007C8B"/>
                </a:solidFill>
              </a:defRPr>
            </a:lvl5pPr>
            <a:lvl6pPr>
              <a:defRPr sz="1500" b="1">
                <a:solidFill>
                  <a:srgbClr val="007C8B"/>
                </a:solidFill>
              </a:defRPr>
            </a:lvl6pPr>
            <a:lvl7pPr>
              <a:defRPr sz="1500" b="1">
                <a:solidFill>
                  <a:srgbClr val="007C8B"/>
                </a:solidFill>
              </a:defRPr>
            </a:lvl7pPr>
            <a:lvl8pPr>
              <a:defRPr sz="1500" b="1">
                <a:solidFill>
                  <a:srgbClr val="007C8B"/>
                </a:solidFill>
              </a:defRPr>
            </a:lvl8pPr>
            <a:lvl9pPr>
              <a:defRPr sz="15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B"/>
                </a:solidFill>
              </a:defRPr>
            </a:pPr>
            <a:r>
              <a:rPr sz="15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1808D-EE4A-4DDA-A82F-30A4A449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86F68-28B4-40FA-9A54-6DA4B609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19569-EFCB-461E-A231-BCEBC1FD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View product and add quantity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B0060-CF7E-45DC-9A7A-76EE64DA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67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B"/>
                </a:solidFill>
              </a:defRPr>
            </a:defPPr>
            <a:lvl1pPr>
              <a:defRPr sz="1500" b="1">
                <a:solidFill>
                  <a:srgbClr val="007C8B"/>
                </a:solidFill>
              </a:defRPr>
            </a:lvl1pPr>
            <a:lvl2pPr>
              <a:defRPr sz="1500" b="1">
                <a:solidFill>
                  <a:srgbClr val="007C8B"/>
                </a:solidFill>
              </a:defRPr>
            </a:lvl2pPr>
            <a:lvl3pPr>
              <a:defRPr sz="1500" b="1">
                <a:solidFill>
                  <a:srgbClr val="007C8B"/>
                </a:solidFill>
              </a:defRPr>
            </a:lvl3pPr>
            <a:lvl4pPr>
              <a:defRPr sz="1500" b="1">
                <a:solidFill>
                  <a:srgbClr val="007C8B"/>
                </a:solidFill>
              </a:defRPr>
            </a:lvl4pPr>
            <a:lvl5pPr>
              <a:defRPr sz="1500" b="1">
                <a:solidFill>
                  <a:srgbClr val="007C8B"/>
                </a:solidFill>
              </a:defRPr>
            </a:lvl5pPr>
            <a:lvl6pPr>
              <a:defRPr sz="1500" b="1">
                <a:solidFill>
                  <a:srgbClr val="007C8B"/>
                </a:solidFill>
              </a:defRPr>
            </a:lvl6pPr>
            <a:lvl7pPr>
              <a:defRPr sz="1500" b="1">
                <a:solidFill>
                  <a:srgbClr val="007C8B"/>
                </a:solidFill>
              </a:defRPr>
            </a:lvl7pPr>
            <a:lvl8pPr>
              <a:defRPr sz="1500" b="1">
                <a:solidFill>
                  <a:srgbClr val="007C8B"/>
                </a:solidFill>
              </a:defRPr>
            </a:lvl8pPr>
            <a:lvl9pPr>
              <a:defRPr sz="15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B"/>
                </a:solidFill>
              </a:defRPr>
            </a:pPr>
            <a:r>
              <a:rPr sz="15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1F705-1D95-49C3-884E-BA059555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EED12-A17F-4F3D-A531-0D2D7D7A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E02DC-1FFC-4C1C-99F4-9370BE65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Review cart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27769-2F65-45C9-BCE0-B41F01FF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B"/>
                </a:solidFill>
              </a:defRPr>
            </a:defPPr>
            <a:lvl1pPr>
              <a:defRPr sz="1500" b="1">
                <a:solidFill>
                  <a:srgbClr val="007C8B"/>
                </a:solidFill>
              </a:defRPr>
            </a:lvl1pPr>
            <a:lvl2pPr>
              <a:defRPr sz="1500" b="1">
                <a:solidFill>
                  <a:srgbClr val="007C8B"/>
                </a:solidFill>
              </a:defRPr>
            </a:lvl2pPr>
            <a:lvl3pPr>
              <a:defRPr sz="1500" b="1">
                <a:solidFill>
                  <a:srgbClr val="007C8B"/>
                </a:solidFill>
              </a:defRPr>
            </a:lvl3pPr>
            <a:lvl4pPr>
              <a:defRPr sz="1500" b="1">
                <a:solidFill>
                  <a:srgbClr val="007C8B"/>
                </a:solidFill>
              </a:defRPr>
            </a:lvl4pPr>
            <a:lvl5pPr>
              <a:defRPr sz="1500" b="1">
                <a:solidFill>
                  <a:srgbClr val="007C8B"/>
                </a:solidFill>
              </a:defRPr>
            </a:lvl5pPr>
            <a:lvl6pPr>
              <a:defRPr sz="1500" b="1">
                <a:solidFill>
                  <a:srgbClr val="007C8B"/>
                </a:solidFill>
              </a:defRPr>
            </a:lvl6pPr>
            <a:lvl7pPr>
              <a:defRPr sz="1500" b="1">
                <a:solidFill>
                  <a:srgbClr val="007C8B"/>
                </a:solidFill>
              </a:defRPr>
            </a:lvl7pPr>
            <a:lvl8pPr>
              <a:defRPr sz="1500" b="1">
                <a:solidFill>
                  <a:srgbClr val="007C8B"/>
                </a:solidFill>
              </a:defRPr>
            </a:lvl8pPr>
            <a:lvl9pPr>
              <a:defRPr sz="15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B"/>
                </a:solidFill>
              </a:defRPr>
            </a:pPr>
            <a:r>
              <a:rPr sz="15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50399-A67D-458F-82BF-DB3D103F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7645D-C03A-4FB4-88E5-7682B23A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1FD4D-76D4-490A-A329-4634B66E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Choose delivery or pickup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A1B95-0CCF-4436-9D90-8AD91653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B"/>
                </a:solidFill>
              </a:defRPr>
            </a:defPPr>
            <a:lvl1pPr>
              <a:defRPr sz="1500" b="1">
                <a:solidFill>
                  <a:srgbClr val="007C8B"/>
                </a:solidFill>
              </a:defRPr>
            </a:lvl1pPr>
            <a:lvl2pPr>
              <a:defRPr sz="1500" b="1">
                <a:solidFill>
                  <a:srgbClr val="007C8B"/>
                </a:solidFill>
              </a:defRPr>
            </a:lvl2pPr>
            <a:lvl3pPr>
              <a:defRPr sz="1500" b="1">
                <a:solidFill>
                  <a:srgbClr val="007C8B"/>
                </a:solidFill>
              </a:defRPr>
            </a:lvl3pPr>
            <a:lvl4pPr>
              <a:defRPr sz="1500" b="1">
                <a:solidFill>
                  <a:srgbClr val="007C8B"/>
                </a:solidFill>
              </a:defRPr>
            </a:lvl4pPr>
            <a:lvl5pPr>
              <a:defRPr sz="1500" b="1">
                <a:solidFill>
                  <a:srgbClr val="007C8B"/>
                </a:solidFill>
              </a:defRPr>
            </a:lvl5pPr>
            <a:lvl6pPr>
              <a:defRPr sz="1500" b="1">
                <a:solidFill>
                  <a:srgbClr val="007C8B"/>
                </a:solidFill>
              </a:defRPr>
            </a:lvl6pPr>
            <a:lvl7pPr>
              <a:defRPr sz="1500" b="1">
                <a:solidFill>
                  <a:srgbClr val="007C8B"/>
                </a:solidFill>
              </a:defRPr>
            </a:lvl7pPr>
            <a:lvl8pPr>
              <a:defRPr sz="1500" b="1">
                <a:solidFill>
                  <a:srgbClr val="007C8B"/>
                </a:solidFill>
              </a:defRPr>
            </a:lvl8pPr>
            <a:lvl9pPr>
              <a:defRPr sz="15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B"/>
                </a:solidFill>
              </a:defRPr>
            </a:pPr>
            <a:r>
              <a:rPr sz="15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E3A8D2-1B83-4C75-9C74-DBE689C2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2C4E3-DDE9-46D7-8312-2D942B25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11D3F1-C66C-49FB-8CCC-3D138E83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Select UPI Demo or COD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D5553-1A69-40ED-B4C8-ABD56DC6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B"/>
                </a:solidFill>
              </a:defRPr>
            </a:defPPr>
            <a:lvl1pPr>
              <a:defRPr sz="1500" b="1">
                <a:solidFill>
                  <a:srgbClr val="007C8B"/>
                </a:solidFill>
              </a:defRPr>
            </a:lvl1pPr>
            <a:lvl2pPr>
              <a:defRPr sz="1500" b="1">
                <a:solidFill>
                  <a:srgbClr val="007C8B"/>
                </a:solidFill>
              </a:defRPr>
            </a:lvl2pPr>
            <a:lvl3pPr>
              <a:defRPr sz="1500" b="1">
                <a:solidFill>
                  <a:srgbClr val="007C8B"/>
                </a:solidFill>
              </a:defRPr>
            </a:lvl3pPr>
            <a:lvl4pPr>
              <a:defRPr sz="1500" b="1">
                <a:solidFill>
                  <a:srgbClr val="007C8B"/>
                </a:solidFill>
              </a:defRPr>
            </a:lvl4pPr>
            <a:lvl5pPr>
              <a:defRPr sz="1500" b="1">
                <a:solidFill>
                  <a:srgbClr val="007C8B"/>
                </a:solidFill>
              </a:defRPr>
            </a:lvl5pPr>
            <a:lvl6pPr>
              <a:defRPr sz="1500" b="1">
                <a:solidFill>
                  <a:srgbClr val="007C8B"/>
                </a:solidFill>
              </a:defRPr>
            </a:lvl6pPr>
            <a:lvl7pPr>
              <a:defRPr sz="1500" b="1">
                <a:solidFill>
                  <a:srgbClr val="007C8B"/>
                </a:solidFill>
              </a:defRPr>
            </a:lvl7pPr>
            <a:lvl8pPr>
              <a:defRPr sz="1500" b="1">
                <a:solidFill>
                  <a:srgbClr val="007C8B"/>
                </a:solidFill>
              </a:defRPr>
            </a:lvl8pPr>
            <a:lvl9pPr>
              <a:defRPr sz="15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B"/>
                </a:solidFill>
              </a:defRPr>
            </a:pPr>
            <a:r>
              <a:rPr sz="15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9D3C11-5744-4C32-A32E-E99186EF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AB04B6-C90B-412C-BA70-45E599F9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121254-310C-4D15-AF57-715BBA15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Place order and track status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6F2340-0563-4CE3-B19A-4307B8ED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5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Checkout revalidates stock inside a database transaction before reducing product quantity and clearing the cart.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2B8C6E-DC44-4756-B03F-056DAB2E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5FE331-3ADA-418F-8920-E3FBE459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21445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8D0AB-2035-4FF7-890B-9A3D8ADC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Checkout and Payment 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02DE9-8240-4BA4-B723-6BF6DEF7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The application uses a realistic UI without a real payment gateway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18411-4C0F-4A5F-968D-64F14CA8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84293-D9FD-4CD1-A1F8-67E97048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42862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5C0F9-BBD8-402E-8927-A6CDBB2D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43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07C8B"/>
                </a:solidFill>
              </a:defRPr>
            </a:defPPr>
            <a:lvl1pPr>
              <a:defRPr sz="2175" b="1">
                <a:solidFill>
                  <a:srgbClr val="007C8B"/>
                </a:solidFill>
              </a:defRPr>
            </a:lvl1pPr>
            <a:lvl2pPr>
              <a:defRPr sz="2175" b="1">
                <a:solidFill>
                  <a:srgbClr val="007C8B"/>
                </a:solidFill>
              </a:defRPr>
            </a:lvl2pPr>
            <a:lvl3pPr>
              <a:defRPr sz="2175" b="1">
                <a:solidFill>
                  <a:srgbClr val="007C8B"/>
                </a:solidFill>
              </a:defRPr>
            </a:lvl3pPr>
            <a:lvl4pPr>
              <a:defRPr sz="2175" b="1">
                <a:solidFill>
                  <a:srgbClr val="007C8B"/>
                </a:solidFill>
              </a:defRPr>
            </a:lvl4pPr>
            <a:lvl5pPr>
              <a:defRPr sz="2175" b="1">
                <a:solidFill>
                  <a:srgbClr val="007C8B"/>
                </a:solidFill>
              </a:defRPr>
            </a:lvl5pPr>
            <a:lvl6pPr>
              <a:defRPr sz="2175" b="1">
                <a:solidFill>
                  <a:srgbClr val="007C8B"/>
                </a:solidFill>
              </a:defRPr>
            </a:lvl6pPr>
            <a:lvl7pPr>
              <a:defRPr sz="2175" b="1">
                <a:solidFill>
                  <a:srgbClr val="007C8B"/>
                </a:solidFill>
              </a:defRPr>
            </a:lvl7pPr>
            <a:lvl8pPr>
              <a:defRPr sz="2175" b="1">
                <a:solidFill>
                  <a:srgbClr val="007C8B"/>
                </a:solidFill>
              </a:defRPr>
            </a:lvl8pPr>
            <a:lvl9pPr>
              <a:defRPr sz="21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C8B"/>
                </a:solidFill>
              </a:defRPr>
            </a:pPr>
            <a:r>
              <a:rPr sz="2175" b="1">
                <a:solidFill>
                  <a:srgbClr val="007C8B"/>
                </a:solidFill>
              </a:rPr>
              <a:t>UPI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6C2BC-42AC-49C8-BCE8-DC81AE4F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9875"/>
            <a:ext cx="3286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Displays the actual order total</a:t>
            </a:r>
          </a:p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Shows freshcatch@upi</a:t>
            </a:r>
          </a:p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Shows a clearly labelled demo QR</a:t>
            </a:r>
          </a:p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“I have completed payment” records paid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A6423-5CD4-4C3F-BCBB-7E442C5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42862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A557D-5365-4C05-8E18-EE55FC81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F2634C"/>
                </a:solidFill>
              </a:defRPr>
            </a:defPPr>
            <a:lvl1pPr>
              <a:defRPr sz="2175" b="1">
                <a:solidFill>
                  <a:srgbClr val="F2634C"/>
                </a:solidFill>
              </a:defRPr>
            </a:lvl1pPr>
            <a:lvl2pPr>
              <a:defRPr sz="2175" b="1">
                <a:solidFill>
                  <a:srgbClr val="F2634C"/>
                </a:solidFill>
              </a:defRPr>
            </a:lvl2pPr>
            <a:lvl3pPr>
              <a:defRPr sz="2175" b="1">
                <a:solidFill>
                  <a:srgbClr val="F2634C"/>
                </a:solidFill>
              </a:defRPr>
            </a:lvl3pPr>
            <a:lvl4pPr>
              <a:defRPr sz="2175" b="1">
                <a:solidFill>
                  <a:srgbClr val="F2634C"/>
                </a:solidFill>
              </a:defRPr>
            </a:lvl4pPr>
            <a:lvl5pPr>
              <a:defRPr sz="2175" b="1">
                <a:solidFill>
                  <a:srgbClr val="F2634C"/>
                </a:solidFill>
              </a:defRPr>
            </a:lvl5pPr>
            <a:lvl6pPr>
              <a:defRPr sz="2175" b="1">
                <a:solidFill>
                  <a:srgbClr val="F2634C"/>
                </a:solidFill>
              </a:defRPr>
            </a:lvl6pPr>
            <a:lvl7pPr>
              <a:defRPr sz="2175" b="1">
                <a:solidFill>
                  <a:srgbClr val="F2634C"/>
                </a:solidFill>
              </a:defRPr>
            </a:lvl7pPr>
            <a:lvl8pPr>
              <a:defRPr sz="2175" b="1">
                <a:solidFill>
                  <a:srgbClr val="F2634C"/>
                </a:solidFill>
              </a:defRPr>
            </a:lvl8pPr>
            <a:lvl9pPr>
              <a:defRPr sz="2175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2634C"/>
                </a:solidFill>
              </a:defRPr>
            </a:pPr>
            <a:r>
              <a:rPr sz="2175" b="1">
                <a:solidFill>
                  <a:srgbClr val="F2634C"/>
                </a:solidFill>
              </a:rPr>
              <a:t>Cash on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3E3A5-359C-490C-B6ED-C27C38D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Creates the order immediately</a:t>
            </a:r>
          </a:p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Payment method = COD</a:t>
            </a:r>
          </a:p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Payment status = pending</a:t>
            </a:r>
          </a:p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Seller can begin fulfillment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E18CE-B5D1-40FB-A010-6C5D585C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617581"/>
                </a:solidFill>
              </a:defRPr>
            </a:defPPr>
            <a:lvl1pPr>
              <a:defRPr sz="1425" b="0">
                <a:solidFill>
                  <a:srgbClr val="617581"/>
                </a:solidFill>
              </a:defRPr>
            </a:lvl1pPr>
            <a:lvl2pPr>
              <a:defRPr sz="1425" b="0">
                <a:solidFill>
                  <a:srgbClr val="617581"/>
                </a:solidFill>
              </a:defRPr>
            </a:lvl2pPr>
            <a:lvl3pPr>
              <a:defRPr sz="1425" b="0">
                <a:solidFill>
                  <a:srgbClr val="617581"/>
                </a:solidFill>
              </a:defRPr>
            </a:lvl3pPr>
            <a:lvl4pPr>
              <a:defRPr sz="1425" b="0">
                <a:solidFill>
                  <a:srgbClr val="617581"/>
                </a:solidFill>
              </a:defRPr>
            </a:lvl4pPr>
            <a:lvl5pPr>
              <a:defRPr sz="1425" b="0">
                <a:solidFill>
                  <a:srgbClr val="617581"/>
                </a:solidFill>
              </a:defRPr>
            </a:lvl5pPr>
            <a:lvl6pPr>
              <a:defRPr sz="1425" b="0">
                <a:solidFill>
                  <a:srgbClr val="617581"/>
                </a:solidFill>
              </a:defRPr>
            </a:lvl6pPr>
            <a:lvl7pPr>
              <a:defRPr sz="1425" b="0">
                <a:solidFill>
                  <a:srgbClr val="617581"/>
                </a:solidFill>
              </a:defRPr>
            </a:lvl7pPr>
            <a:lvl8pPr>
              <a:defRPr sz="1425" b="0">
                <a:solidFill>
                  <a:srgbClr val="617581"/>
                </a:solidFill>
              </a:defRPr>
            </a:lvl8pPr>
            <a:lvl9pPr>
              <a:defRPr sz="14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581"/>
                </a:solidFill>
              </a:defRPr>
            </a:pPr>
            <a:r>
              <a:rPr sz="1425" b="0">
                <a:solidFill>
                  <a:srgbClr val="617581"/>
                </a:solidFill>
              </a:rPr>
              <a:t>No real money transfers occur. The payment feature exists only to demonstrate an e-commerce flow safely.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B7898-6E28-4FDE-A9B8-7E5F996E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E0B2F-1CCA-483F-8D8B-9EEBC56A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8159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E36A7-855C-4FFD-B455-C5018400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Seller Shop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FE816-7C11-4C6C-8AFD-30B92B0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Sellers manage only their own shop, listings, images, and relevant orders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E999F-348D-4D62-BA01-E1CF30FD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DC570-CE04-429F-B1C9-1ED3C131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2809875" cy="25717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102A35"/>
          </a:solidFill>
          <a:ln xmlns:a="http://schemas.openxmlformats.org/drawingml/2006/main" w="9525">
            <a:solidFill>
              <a:srgbClr val="102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A0CAA-0E44-408C-AE88-A17F56DD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2143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SELLER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4519C-B50D-4431-9511-61199115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BFEAE8"/>
                </a:solidFill>
              </a:defRPr>
            </a:defPPr>
            <a:lvl1pPr>
              <a:defRPr sz="1275" b="0">
                <a:solidFill>
                  <a:srgbClr val="BFEAE8"/>
                </a:solidFill>
              </a:defRPr>
            </a:lvl1pPr>
            <a:lvl2pPr>
              <a:defRPr sz="1275" b="0">
                <a:solidFill>
                  <a:srgbClr val="BFEAE8"/>
                </a:solidFill>
              </a:defRPr>
            </a:lvl2pPr>
            <a:lvl3pPr>
              <a:defRPr sz="1275" b="0">
                <a:solidFill>
                  <a:srgbClr val="BFEAE8"/>
                </a:solidFill>
              </a:defRPr>
            </a:lvl3pPr>
            <a:lvl4pPr>
              <a:defRPr sz="1275" b="0">
                <a:solidFill>
                  <a:srgbClr val="BFEAE8"/>
                </a:solidFill>
              </a:defRPr>
            </a:lvl4pPr>
            <a:lvl5pPr>
              <a:defRPr sz="1275" b="0">
                <a:solidFill>
                  <a:srgbClr val="BFEAE8"/>
                </a:solidFill>
              </a:defRPr>
            </a:lvl5pPr>
            <a:lvl6pPr>
              <a:defRPr sz="1275" b="0">
                <a:solidFill>
                  <a:srgbClr val="BFEAE8"/>
                </a:solidFill>
              </a:defRPr>
            </a:lvl6pPr>
            <a:lvl7pPr>
              <a:defRPr sz="1275" b="0">
                <a:solidFill>
                  <a:srgbClr val="BFEAE8"/>
                </a:solidFill>
              </a:defRPr>
            </a:lvl7pPr>
            <a:lvl8pPr>
              <a:defRPr sz="1275" b="0">
                <a:solidFill>
                  <a:srgbClr val="BFEAE8"/>
                </a:solidFill>
              </a:defRPr>
            </a:lvl8pPr>
            <a:lvl9pPr>
              <a:defRPr sz="1275" b="0">
                <a:solidFill>
                  <a:srgbClr val="BFEAE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EAE8"/>
                </a:solidFill>
              </a:defRPr>
            </a:pPr>
            <a:r>
              <a:rPr sz="1275" b="0">
                <a:solidFill>
                  <a:srgbClr val="BFEAE8"/>
                </a:solidFill>
              </a:rPr>
              <a:t>Own listings</a:t>
            </a:r>
          </a:p>
          <a:p xmlns:a="http://schemas.openxmlformats.org/drawingml/2006/main">
            <a:pPr>
              <a:defRPr sz="1275" b="0">
                <a:solidFill>
                  <a:srgbClr val="BFEAE8"/>
                </a:solidFill>
              </a:defRPr>
            </a:pPr>
            <a:r>
              <a:rPr sz="1275" b="0">
                <a:solidFill>
                  <a:srgbClr val="BFEAE8"/>
                </a:solidFill>
              </a:rPr>
              <a:t>Own images</a:t>
            </a:r>
          </a:p>
          <a:p xmlns:a="http://schemas.openxmlformats.org/drawingml/2006/main">
            <a:pPr>
              <a:defRPr sz="1275" b="0">
                <a:solidFill>
                  <a:srgbClr val="BFEAE8"/>
                </a:solidFill>
              </a:defRPr>
            </a:pPr>
            <a:r>
              <a:rPr sz="1275" b="0">
                <a:solidFill>
                  <a:srgbClr val="BFEAE8"/>
                </a:solidFill>
              </a:rPr>
              <a:t>Own 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6ABEE-EBFD-4698-BB2E-BF3A52F2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43E22-53AF-4CD5-A9E6-0DC12043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145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Seller dashboard shows product count, orders, and delivered sales.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8AB1D-2BAF-4C84-894F-F70F966C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DFCC1-FCE2-4127-A54F-ED0E2A4F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860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My Listings shows each fish product with its uploaded photo, price, stock, and availability.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34F35-5C95-49BB-8068-E83E2985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A0139-F246-4D68-98C3-47451CA4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Seller can add a fish, replace or remove its photo, change stock, hide a listing, or delete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091B3-EE74-41F8-A8E0-78185648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9789B-EC66-4BA2-915C-3231CEA3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Seller sees only seller_orders assigned to their own seller profile.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7936C-5AC8-43EB-963A-48DEE2E5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5A31C-4A52-4C5C-9A4D-F1E475E2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Cancelled orders stay locked and cannot be changed by the seller.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2DFC1-C659-4A4C-976A-7CF0CAB1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64979-761B-4811-8227-E105FDA0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310967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8B12C5-6416-45B6-ABFD-A81F48F6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Admin Controls and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BE0E6-8A63-47E3-BE4A-D387F300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The project demonstrates core Web Programming security practices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AC277-B10C-4CCB-9215-8E11F8E7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78D1A-D88E-4057-99B8-F28934B5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02A35"/>
                </a:solidFill>
              </a:defRPr>
            </a:defPPr>
            <a:lvl1pPr>
              <a:defRPr sz="1875" b="1">
                <a:solidFill>
                  <a:srgbClr val="102A35"/>
                </a:solidFill>
              </a:defRPr>
            </a:lvl1pPr>
            <a:lvl2pPr>
              <a:defRPr sz="1875" b="1">
                <a:solidFill>
                  <a:srgbClr val="102A35"/>
                </a:solidFill>
              </a:defRPr>
            </a:lvl2pPr>
            <a:lvl3pPr>
              <a:defRPr sz="1875" b="1">
                <a:solidFill>
                  <a:srgbClr val="102A35"/>
                </a:solidFill>
              </a:defRPr>
            </a:lvl3pPr>
            <a:lvl4pPr>
              <a:defRPr sz="1875" b="1">
                <a:solidFill>
                  <a:srgbClr val="102A35"/>
                </a:solidFill>
              </a:defRPr>
            </a:lvl4pPr>
            <a:lvl5pPr>
              <a:defRPr sz="1875" b="1">
                <a:solidFill>
                  <a:srgbClr val="102A35"/>
                </a:solidFill>
              </a:defRPr>
            </a:lvl5pPr>
            <a:lvl6pPr>
              <a:defRPr sz="1875" b="1">
                <a:solidFill>
                  <a:srgbClr val="102A35"/>
                </a:solidFill>
              </a:defRPr>
            </a:lvl6pPr>
            <a:lvl7pPr>
              <a:defRPr sz="1875" b="1">
                <a:solidFill>
                  <a:srgbClr val="102A35"/>
                </a:solidFill>
              </a:defRPr>
            </a:lvl7pPr>
            <a:lvl8pPr>
              <a:defRPr sz="1875" b="1">
                <a:solidFill>
                  <a:srgbClr val="102A35"/>
                </a:solidFill>
              </a:defRPr>
            </a:lvl8pPr>
            <a:lvl9pPr>
              <a:defRPr sz="1875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35"/>
                </a:solidFill>
              </a:defRPr>
            </a:pPr>
            <a:r>
              <a:rPr sz="1875" b="1">
                <a:solidFill>
                  <a:srgbClr val="102A35"/>
                </a:solidFill>
              </a:rPr>
              <a:t>Security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A9729-B73E-425B-8D3D-0686F722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93886-5311-41E0-BF71-99E22253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431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PHP sessions after 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B0802-D700-475D-83FC-BBCFA708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574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98A90-DC83-42AE-BF5C-2B60A851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574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password_hash and password_verify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83F21-237A-4A1D-BEB9-64F6F542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B28C2-8C2E-4B01-AEB5-CB21F331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718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PDO prepared statements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82E79-38E7-4056-9F19-73D1D709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FCB2D-A3FD-4CD6-9330-EDA48121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861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CSRF token on state-changing forms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1F8DA-B3D6-4CB9-A18E-1BB1F9FE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061CC-CF09-444B-8D2B-2C36B2F5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htmlspecialchars output escaping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AD921-D2FB-4B8C-89F4-EDBCE002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02A35"/>
                </a:solidFill>
              </a:defRPr>
            </a:defPPr>
            <a:lvl1pPr>
              <a:defRPr sz="1875" b="1">
                <a:solidFill>
                  <a:srgbClr val="102A35"/>
                </a:solidFill>
              </a:defRPr>
            </a:lvl1pPr>
            <a:lvl2pPr>
              <a:defRPr sz="1875" b="1">
                <a:solidFill>
                  <a:srgbClr val="102A35"/>
                </a:solidFill>
              </a:defRPr>
            </a:lvl2pPr>
            <a:lvl3pPr>
              <a:defRPr sz="1875" b="1">
                <a:solidFill>
                  <a:srgbClr val="102A35"/>
                </a:solidFill>
              </a:defRPr>
            </a:lvl3pPr>
            <a:lvl4pPr>
              <a:defRPr sz="1875" b="1">
                <a:solidFill>
                  <a:srgbClr val="102A35"/>
                </a:solidFill>
              </a:defRPr>
            </a:lvl4pPr>
            <a:lvl5pPr>
              <a:defRPr sz="1875" b="1">
                <a:solidFill>
                  <a:srgbClr val="102A35"/>
                </a:solidFill>
              </a:defRPr>
            </a:lvl5pPr>
            <a:lvl6pPr>
              <a:defRPr sz="1875" b="1">
                <a:solidFill>
                  <a:srgbClr val="102A35"/>
                </a:solidFill>
              </a:defRPr>
            </a:lvl6pPr>
            <a:lvl7pPr>
              <a:defRPr sz="1875" b="1">
                <a:solidFill>
                  <a:srgbClr val="102A35"/>
                </a:solidFill>
              </a:defRPr>
            </a:lvl7pPr>
            <a:lvl8pPr>
              <a:defRPr sz="1875" b="1">
                <a:solidFill>
                  <a:srgbClr val="102A35"/>
                </a:solidFill>
              </a:defRPr>
            </a:lvl8pPr>
            <a:lvl9pPr>
              <a:defRPr sz="1875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35"/>
                </a:solidFill>
              </a:defRPr>
            </a:pPr>
            <a:r>
              <a:rPr sz="1875" b="1">
                <a:solidFill>
                  <a:srgbClr val="102A35"/>
                </a:solidFill>
              </a:rPr>
              <a:t>Admin capabilities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0A0CE-8ED9-40E6-9896-CC295257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C6810-93C0-418F-B692-AF502763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431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Role-based route protection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09226-8811-43D7-A6BE-546F46A9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574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BBDA98-1731-405E-ACE2-6756CD6C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5747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Ownership checks for orders, products, and addresses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45E81-9EB6-4532-93F1-8D01764B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718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ECCB9-6A1D-459F-9249-16AB54B7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718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Image type and 2 MB size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8DA54-744B-4C8D-AEAB-2ADA9F1C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86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36D2D-74EA-40B1-9DD8-C3D3B2DA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8617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Database transactions and SELECT ... FOR UPDATE at checkout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1BB32-7C23-4800-AEF8-ED8B6C4F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005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F6290-57B7-4A5B-8AE9-6B32ACCA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005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No plaintext passwords or real banking integration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BB361-1DA5-48AA-B61B-AE2A7D27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76371-6044-46F6-99C7-30A78710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52283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6E3D-3776-4D23-B37B-793D4853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Testing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3A194-FF70-4095-B674-44FCAA28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Use this checklist during your demo and before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1424F-4B49-4D1C-90A0-BFB80B54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6BD18-2674-4AC8-AD00-6E1B9997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76BCD-5F3A-49E0-B5AA-588E5D5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288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Buyer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00CCB-C217-44DA-B883-5D9764CC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907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Login, search, filter, cart quantity, delivery total, pickup total, UPI Demo, COD, My 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84B1A-1488-4F10-841D-1C023D5E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95534-17D4-4D9B-9B68-581E632A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289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Seller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28F9E-D9B2-494D-BF50-E2C04F48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908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Login, add fish, upload image, edit stock, delete listing, update own active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0BE6B-523C-4F28-8F2C-B6AB8709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981A9-90C8-48DE-B4DC-9E203B8F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290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C3BF8-8057-42D8-A7D6-AA5766D3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909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Login, seller approval, user status, categories, product moderation, 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D86A3-B47B-4629-AB0D-91EE7F97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62D2D-D351-4929-A304-A01A9FD3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291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EC2C1-9E7D-4DFE-9C1F-D067B414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9107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Buyer blocked from seller/admin pages, seller blocked from other seller products, cancelled order status 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77203-FEA9-446E-80BC-C9EAFC3C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8BD73-1CB4-4175-B939-9936DC9C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657759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5FD2D-244E-4F58-BC13-E6B4186A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FreshCatch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609BB-65D8-41B2-B4F1-1F15F139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BFEAE8"/>
                </a:solidFill>
              </a:defRPr>
            </a:defPPr>
            <a:lvl1pPr>
              <a:defRPr sz="1950" b="0">
                <a:solidFill>
                  <a:srgbClr val="BFEAE8"/>
                </a:solidFill>
              </a:defRPr>
            </a:lvl1pPr>
            <a:lvl2pPr>
              <a:defRPr sz="1950" b="0">
                <a:solidFill>
                  <a:srgbClr val="BFEAE8"/>
                </a:solidFill>
              </a:defRPr>
            </a:lvl2pPr>
            <a:lvl3pPr>
              <a:defRPr sz="1950" b="0">
                <a:solidFill>
                  <a:srgbClr val="BFEAE8"/>
                </a:solidFill>
              </a:defRPr>
            </a:lvl3pPr>
            <a:lvl4pPr>
              <a:defRPr sz="1950" b="0">
                <a:solidFill>
                  <a:srgbClr val="BFEAE8"/>
                </a:solidFill>
              </a:defRPr>
            </a:lvl4pPr>
            <a:lvl5pPr>
              <a:defRPr sz="1950" b="0">
                <a:solidFill>
                  <a:srgbClr val="BFEAE8"/>
                </a:solidFill>
              </a:defRPr>
            </a:lvl5pPr>
            <a:lvl6pPr>
              <a:defRPr sz="1950" b="0">
                <a:solidFill>
                  <a:srgbClr val="BFEAE8"/>
                </a:solidFill>
              </a:defRPr>
            </a:lvl6pPr>
            <a:lvl7pPr>
              <a:defRPr sz="1950" b="0">
                <a:solidFill>
                  <a:srgbClr val="BFEAE8"/>
                </a:solidFill>
              </a:defRPr>
            </a:lvl7pPr>
            <a:lvl8pPr>
              <a:defRPr sz="1950" b="0">
                <a:solidFill>
                  <a:srgbClr val="BFEAE8"/>
                </a:solidFill>
              </a:defRPr>
            </a:lvl8pPr>
            <a:lvl9pPr>
              <a:defRPr sz="1950" b="0">
                <a:solidFill>
                  <a:srgbClr val="BFEAE8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FEAE8"/>
                </a:solidFill>
              </a:defRPr>
            </a:pPr>
            <a:r>
              <a:rPr sz="1950" b="0">
                <a:solidFill>
                  <a:srgbClr val="BFEAE8"/>
                </a:solidFill>
              </a:rPr>
              <a:t>A complete mini marketplace built with PHP and MySQL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B416A-25DD-4F55-9B88-BA249155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EAFB1"/>
                </a:solidFill>
              </a:defRPr>
            </a:defPPr>
            <a:lvl1pPr>
              <a:defRPr sz="1725" b="1">
                <a:solidFill>
                  <a:srgbClr val="1EAFB1"/>
                </a:solidFill>
              </a:defRPr>
            </a:lvl1pPr>
            <a:lvl2pPr>
              <a:defRPr sz="1725" b="1">
                <a:solidFill>
                  <a:srgbClr val="1EAFB1"/>
                </a:solidFill>
              </a:defRPr>
            </a:lvl2pPr>
            <a:lvl3pPr>
              <a:defRPr sz="1725" b="1">
                <a:solidFill>
                  <a:srgbClr val="1EAFB1"/>
                </a:solidFill>
              </a:defRPr>
            </a:lvl3pPr>
            <a:lvl4pPr>
              <a:defRPr sz="1725" b="1">
                <a:solidFill>
                  <a:srgbClr val="1EAFB1"/>
                </a:solidFill>
              </a:defRPr>
            </a:lvl4pPr>
            <a:lvl5pPr>
              <a:defRPr sz="1725" b="1">
                <a:solidFill>
                  <a:srgbClr val="1EAFB1"/>
                </a:solidFill>
              </a:defRPr>
            </a:lvl5pPr>
            <a:lvl6pPr>
              <a:defRPr sz="1725" b="1">
                <a:solidFill>
                  <a:srgbClr val="1EAFB1"/>
                </a:solidFill>
              </a:defRPr>
            </a:lvl6pPr>
            <a:lvl7pPr>
              <a:defRPr sz="1725" b="1">
                <a:solidFill>
                  <a:srgbClr val="1EAFB1"/>
                </a:solidFill>
              </a:defRPr>
            </a:lvl7pPr>
            <a:lvl8pPr>
              <a:defRPr sz="1725" b="1">
                <a:solidFill>
                  <a:srgbClr val="1EAFB1"/>
                </a:solidFill>
              </a:defRPr>
            </a:lvl8pPr>
            <a:lvl9pPr>
              <a:defRPr sz="1725" b="1">
                <a:solidFill>
                  <a:srgbClr val="1EAFB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EAFB1"/>
                </a:solidFill>
              </a:defRPr>
            </a:pPr>
            <a:r>
              <a:rPr sz="1725" b="1">
                <a:solidFill>
                  <a:srgbClr val="1EAFB1"/>
                </a:solidFill>
              </a:rPr>
              <a:t>What the project demonstrates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90FC8-1204-464E-8DAA-705DB329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1522D-3CD9-4863-879A-400DD6B2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9925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Authentication and role-based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84716-B9AA-4A87-B1E6-66BA3DA8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86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7A8C5-6514-4537-B5DD-DE465FB8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86175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Relational database design and SQL CRUD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D43C7-48F9-4AC2-B3AC-E17972F2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104A4-C67F-4ED2-8850-32205CFF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62425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Cart, checkout, order, and stock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77952-CA90-4A34-9638-A6898209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FE026-A317-427B-B2BF-50FA917B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38675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File upload validation and daily seller listing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B3F60-8D99-4741-8FA1-BF4FAF68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31364-23E9-4037-A745-1AA6548B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14925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Responsive HTML, CSS, and Vanilla JavaScript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E5EE8-CA8D-4BF5-AFFC-497C7DFF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76225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07C8B"/>
          </a:solidFill>
          <a:ln xmlns:a="http://schemas.openxmlformats.org/drawingml/2006/main" w="9525">
            <a:solidFill>
              <a:srgbClr val="007C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11060-A49E-46A7-9D32-C749692D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0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</a:defRPr>
            </a:defPPr>
            <a:lvl1pPr>
              <a:defRPr sz="2700" b="1">
                <a:solidFill>
                  <a:srgbClr val="FFFFFF"/>
                </a:solidFill>
              </a:defRPr>
            </a:lvl1pPr>
            <a:lvl2pPr>
              <a:defRPr sz="2700" b="1">
                <a:solidFill>
                  <a:srgbClr val="FFFFFF"/>
                </a:solidFill>
              </a:defRPr>
            </a:lvl2pPr>
            <a:lvl3pPr>
              <a:defRPr sz="2700" b="1">
                <a:solidFill>
                  <a:srgbClr val="FFFFFF"/>
                </a:solidFill>
              </a:defRPr>
            </a:lvl3pPr>
            <a:lvl4pPr>
              <a:defRPr sz="2700" b="1">
                <a:solidFill>
                  <a:srgbClr val="FFFFFF"/>
                </a:solidFill>
              </a:defRPr>
            </a:lvl4pPr>
            <a:lvl5pPr>
              <a:defRPr sz="2700" b="1">
                <a:solidFill>
                  <a:srgbClr val="FFFFFF"/>
                </a:solidFill>
              </a:defRPr>
            </a:lvl5pPr>
            <a:lvl6pPr>
              <a:defRPr sz="2700" b="1">
                <a:solidFill>
                  <a:srgbClr val="FFFFFF"/>
                </a:solidFill>
              </a:defRPr>
            </a:lvl6pPr>
            <a:lvl7pPr>
              <a:defRPr sz="2700" b="1">
                <a:solidFill>
                  <a:srgbClr val="FFFFFF"/>
                </a:solidFill>
              </a:defRPr>
            </a:lvl7pPr>
            <a:lvl8pPr>
              <a:defRPr sz="2700" b="1">
                <a:solidFill>
                  <a:srgbClr val="FFFFFF"/>
                </a:solidFill>
              </a:defRPr>
            </a:lvl8pPr>
            <a:lvl9pPr>
              <a:defRPr sz="27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BUY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SELL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TRACK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2CF7A-5764-4F56-95E7-446575EF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A8761-77B4-4603-A097-E1E22AC4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019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FEAE8"/>
                </a:solidFill>
              </a:defRPr>
            </a:defPPr>
            <a:lvl1pPr>
              <a:defRPr sz="1350" b="0">
                <a:solidFill>
                  <a:srgbClr val="BFEAE8"/>
                </a:solidFill>
              </a:defRPr>
            </a:lvl1pPr>
            <a:lvl2pPr>
              <a:defRPr sz="1350" b="0">
                <a:solidFill>
                  <a:srgbClr val="BFEAE8"/>
                </a:solidFill>
              </a:defRPr>
            </a:lvl2pPr>
            <a:lvl3pPr>
              <a:defRPr sz="1350" b="0">
                <a:solidFill>
                  <a:srgbClr val="BFEAE8"/>
                </a:solidFill>
              </a:defRPr>
            </a:lvl3pPr>
            <a:lvl4pPr>
              <a:defRPr sz="1350" b="0">
                <a:solidFill>
                  <a:srgbClr val="BFEAE8"/>
                </a:solidFill>
              </a:defRPr>
            </a:lvl4pPr>
            <a:lvl5pPr>
              <a:defRPr sz="1350" b="0">
                <a:solidFill>
                  <a:srgbClr val="BFEAE8"/>
                </a:solidFill>
              </a:defRPr>
            </a:lvl5pPr>
            <a:lvl6pPr>
              <a:defRPr sz="1350" b="0">
                <a:solidFill>
                  <a:srgbClr val="BFEAE8"/>
                </a:solidFill>
              </a:defRPr>
            </a:lvl6pPr>
            <a:lvl7pPr>
              <a:defRPr sz="1350" b="0">
                <a:solidFill>
                  <a:srgbClr val="BFEAE8"/>
                </a:solidFill>
              </a:defRPr>
            </a:lvl7pPr>
            <a:lvl8pPr>
              <a:defRPr sz="1350" b="0">
                <a:solidFill>
                  <a:srgbClr val="BFEAE8"/>
                </a:solidFill>
              </a:defRPr>
            </a:lvl8pPr>
            <a:lvl9pPr>
              <a:defRPr sz="1350" b="0">
                <a:solidFill>
                  <a:srgbClr val="BFEAE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FEAE8"/>
                </a:solidFill>
              </a:defRPr>
            </a:pPr>
            <a:r>
              <a:rPr sz="1350" b="0">
                <a:solidFill>
                  <a:srgbClr val="BFEAE8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057206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2026-10-20T14:15:13.1820000Z</dcterms:created>
  <dcterms:modified xsi:type="dcterms:W3CDTF">2026-10-20T14:15:13.1820000Z</dcterms:modified>
</coreProperties>
</file>